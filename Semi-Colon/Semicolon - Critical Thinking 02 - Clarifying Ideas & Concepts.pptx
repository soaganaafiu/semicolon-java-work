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11" r:id="rId1"/>
    <p:sldMasterId id="2147484280" r:id="rId2"/>
  </p:sldMasterIdLst>
  <p:notesMasterIdLst>
    <p:notesMasterId r:id="rId21"/>
  </p:notesMasterIdLst>
  <p:sldIdLst>
    <p:sldId id="300" r:id="rId3"/>
    <p:sldId id="271" r:id="rId4"/>
    <p:sldId id="279" r:id="rId5"/>
    <p:sldId id="305" r:id="rId6"/>
    <p:sldId id="308" r:id="rId7"/>
    <p:sldId id="274" r:id="rId8"/>
    <p:sldId id="281" r:id="rId9"/>
    <p:sldId id="282" r:id="rId10"/>
    <p:sldId id="307" r:id="rId11"/>
    <p:sldId id="267" r:id="rId12"/>
    <p:sldId id="284" r:id="rId13"/>
    <p:sldId id="285" r:id="rId14"/>
    <p:sldId id="287" r:id="rId15"/>
    <p:sldId id="306" r:id="rId16"/>
    <p:sldId id="288" r:id="rId17"/>
    <p:sldId id="275" r:id="rId18"/>
    <p:sldId id="301" r:id="rId19"/>
    <p:sldId id="262" r:id="rId2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Immanue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64395"/>
    <a:srgbClr val="364377"/>
    <a:srgbClr val="9D1348"/>
    <a:srgbClr val="ED6B06"/>
    <a:srgbClr val="008B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A2DA6-8F28-432F-A219-8BFB04226AB0}" v="272" dt="2023-02-08T10:17:55.7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86" autoAdjust="0"/>
  </p:normalViewPr>
  <p:slideViewPr>
    <p:cSldViewPr>
      <p:cViewPr varScale="1">
        <p:scale>
          <a:sx n="89" d="100"/>
          <a:sy n="89" d="100"/>
        </p:scale>
        <p:origin x="977" y="65"/>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userId="233c2e7fadc70c6e" providerId="LiveId" clId="{AC6A4BB6-C651-4C24-8E50-E71FF676325C}"/>
    <pc:docChg chg="custSel addSld modSld sldOrd">
      <pc:chgData name="Ashley" userId="233c2e7fadc70c6e" providerId="LiveId" clId="{AC6A4BB6-C651-4C24-8E50-E71FF676325C}" dt="2022-07-26T21:03:55.145" v="350" actId="255"/>
      <pc:docMkLst>
        <pc:docMk/>
      </pc:docMkLst>
      <pc:sldChg chg="modSp">
        <pc:chgData name="Ashley" userId="233c2e7fadc70c6e" providerId="LiveId" clId="{AC6A4BB6-C651-4C24-8E50-E71FF676325C}" dt="2022-07-26T20:56:21.397" v="147" actId="20577"/>
        <pc:sldMkLst>
          <pc:docMk/>
          <pc:sldMk cId="0" sldId="267"/>
        </pc:sldMkLst>
        <pc:spChg chg="mod">
          <ac:chgData name="Ashley" userId="233c2e7fadc70c6e" providerId="LiveId" clId="{AC6A4BB6-C651-4C24-8E50-E71FF676325C}" dt="2022-07-26T20:56:21.397" v="147" actId="20577"/>
          <ac:spMkLst>
            <pc:docMk/>
            <pc:sldMk cId="0" sldId="267"/>
            <ac:spMk id="45059" creationId="{6AA6C69E-D10B-49BA-831D-3075B8EA938C}"/>
          </ac:spMkLst>
        </pc:spChg>
      </pc:sldChg>
      <pc:sldChg chg="modSp">
        <pc:chgData name="Ashley" userId="233c2e7fadc70c6e" providerId="LiveId" clId="{AC6A4BB6-C651-4C24-8E50-E71FF676325C}" dt="2022-07-26T20:51:12.591" v="62" actId="20577"/>
        <pc:sldMkLst>
          <pc:docMk/>
          <pc:sldMk cId="0" sldId="271"/>
        </pc:sldMkLst>
        <pc:spChg chg="mod">
          <ac:chgData name="Ashley" userId="233c2e7fadc70c6e" providerId="LiveId" clId="{AC6A4BB6-C651-4C24-8E50-E71FF676325C}" dt="2022-07-26T20:51:12.591" v="62" actId="20577"/>
          <ac:spMkLst>
            <pc:docMk/>
            <pc:sldMk cId="0" sldId="271"/>
            <ac:spMk id="25603" creationId="{EB817C81-09F4-4DD6-86C6-F3AA64F898E5}"/>
          </ac:spMkLst>
        </pc:spChg>
      </pc:sldChg>
      <pc:sldChg chg="modSp mod ord modAnim">
        <pc:chgData name="Ashley" userId="233c2e7fadc70c6e" providerId="LiveId" clId="{AC6A4BB6-C651-4C24-8E50-E71FF676325C}" dt="2022-07-26T20:55:15.935" v="135" actId="20577"/>
        <pc:sldMkLst>
          <pc:docMk/>
          <pc:sldMk cId="0" sldId="274"/>
        </pc:sldMkLst>
        <pc:spChg chg="mod">
          <ac:chgData name="Ashley" userId="233c2e7fadc70c6e" providerId="LiveId" clId="{AC6A4BB6-C651-4C24-8E50-E71FF676325C}" dt="2022-07-26T20:55:15.935" v="135" actId="20577"/>
          <ac:spMkLst>
            <pc:docMk/>
            <pc:sldMk cId="0" sldId="274"/>
            <ac:spMk id="33795" creationId="{499C9A4C-0B2B-4E23-96D8-C8A4441676E9}"/>
          </ac:spMkLst>
        </pc:spChg>
      </pc:sldChg>
      <pc:sldChg chg="modSp">
        <pc:chgData name="Ashley" userId="233c2e7fadc70c6e" providerId="LiveId" clId="{AC6A4BB6-C651-4C24-8E50-E71FF676325C}" dt="2022-07-26T21:03:55.145" v="350" actId="255"/>
        <pc:sldMkLst>
          <pc:docMk/>
          <pc:sldMk cId="0" sldId="275"/>
        </pc:sldMkLst>
        <pc:spChg chg="mod">
          <ac:chgData name="Ashley" userId="233c2e7fadc70c6e" providerId="LiveId" clId="{AC6A4BB6-C651-4C24-8E50-E71FF676325C}" dt="2022-07-26T21:03:55.145" v="350" actId="255"/>
          <ac:spMkLst>
            <pc:docMk/>
            <pc:sldMk cId="0" sldId="275"/>
            <ac:spMk id="63491" creationId="{B55D01F5-2B96-4968-885E-5327F3EC7B0F}"/>
          </ac:spMkLst>
        </pc:spChg>
      </pc:sldChg>
      <pc:sldChg chg="modSp modAnim">
        <pc:chgData name="Ashley" userId="233c2e7fadc70c6e" providerId="LiveId" clId="{AC6A4BB6-C651-4C24-8E50-E71FF676325C}" dt="2022-07-26T20:52:19.741" v="80" actId="403"/>
        <pc:sldMkLst>
          <pc:docMk/>
          <pc:sldMk cId="0" sldId="279"/>
        </pc:sldMkLst>
        <pc:spChg chg="mod">
          <ac:chgData name="Ashley" userId="233c2e7fadc70c6e" providerId="LiveId" clId="{AC6A4BB6-C651-4C24-8E50-E71FF676325C}" dt="2022-07-26T20:52:19.741" v="80" actId="403"/>
          <ac:spMkLst>
            <pc:docMk/>
            <pc:sldMk cId="0" sldId="279"/>
            <ac:spMk id="28675" creationId="{CEB443E8-7832-449E-92E0-0308AB98D8D9}"/>
          </ac:spMkLst>
        </pc:spChg>
      </pc:sldChg>
      <pc:sldChg chg="modSp mod">
        <pc:chgData name="Ashley" userId="233c2e7fadc70c6e" providerId="LiveId" clId="{AC6A4BB6-C651-4C24-8E50-E71FF676325C}" dt="2022-07-26T20:55:39.942" v="137" actId="20577"/>
        <pc:sldMkLst>
          <pc:docMk/>
          <pc:sldMk cId="0" sldId="281"/>
        </pc:sldMkLst>
        <pc:spChg chg="mod">
          <ac:chgData name="Ashley" userId="233c2e7fadc70c6e" providerId="LiveId" clId="{AC6A4BB6-C651-4C24-8E50-E71FF676325C}" dt="2022-07-26T20:55:39.942" v="137" actId="20577"/>
          <ac:spMkLst>
            <pc:docMk/>
            <pc:sldMk cId="0" sldId="281"/>
            <ac:spMk id="35843" creationId="{51E07747-40FC-4831-9FC1-C19982C0F468}"/>
          </ac:spMkLst>
        </pc:spChg>
      </pc:sldChg>
      <pc:sldChg chg="modSp modAnim">
        <pc:chgData name="Ashley" userId="233c2e7fadc70c6e" providerId="LiveId" clId="{AC6A4BB6-C651-4C24-8E50-E71FF676325C}" dt="2022-07-26T20:59:31.033" v="179" actId="20577"/>
        <pc:sldMkLst>
          <pc:docMk/>
          <pc:sldMk cId="0" sldId="284"/>
        </pc:sldMkLst>
        <pc:spChg chg="mod">
          <ac:chgData name="Ashley" userId="233c2e7fadc70c6e" providerId="LiveId" clId="{AC6A4BB6-C651-4C24-8E50-E71FF676325C}" dt="2022-07-26T20:59:31.033" v="179" actId="20577"/>
          <ac:spMkLst>
            <pc:docMk/>
            <pc:sldMk cId="0" sldId="284"/>
            <ac:spMk id="47107" creationId="{286C69DA-BE0E-42F6-97F0-B3BCCF3F9BC9}"/>
          </ac:spMkLst>
        </pc:spChg>
      </pc:sldChg>
      <pc:sldChg chg="modSp mod modAnim modShow">
        <pc:chgData name="Ashley" userId="233c2e7fadc70c6e" providerId="LiveId" clId="{AC6A4BB6-C651-4C24-8E50-E71FF676325C}" dt="2022-07-26T21:02:10.003" v="323" actId="729"/>
        <pc:sldMkLst>
          <pc:docMk/>
          <pc:sldMk cId="0" sldId="285"/>
        </pc:sldMkLst>
        <pc:spChg chg="mod">
          <ac:chgData name="Ashley" userId="233c2e7fadc70c6e" providerId="LiveId" clId="{AC6A4BB6-C651-4C24-8E50-E71FF676325C}" dt="2022-07-26T21:01:18.808" v="322" actId="20577"/>
          <ac:spMkLst>
            <pc:docMk/>
            <pc:sldMk cId="0" sldId="285"/>
            <ac:spMk id="44035" creationId="{A3A2F658-7275-4701-AB68-B9E1A98DAEC6}"/>
          </ac:spMkLst>
        </pc:spChg>
      </pc:sldChg>
      <pc:sldChg chg="modSp mod">
        <pc:chgData name="Ashley" userId="233c2e7fadc70c6e" providerId="LiveId" clId="{AC6A4BB6-C651-4C24-8E50-E71FF676325C}" dt="2022-07-26T21:03:25.165" v="349" actId="20577"/>
        <pc:sldMkLst>
          <pc:docMk/>
          <pc:sldMk cId="0" sldId="288"/>
        </pc:sldMkLst>
        <pc:spChg chg="mod">
          <ac:chgData name="Ashley" userId="233c2e7fadc70c6e" providerId="LiveId" clId="{AC6A4BB6-C651-4C24-8E50-E71FF676325C}" dt="2022-07-26T21:03:21.301" v="337" actId="20577"/>
          <ac:spMkLst>
            <pc:docMk/>
            <pc:sldMk cId="0" sldId="288"/>
            <ac:spMk id="50178" creationId="{AD0DEE83-C8BE-4617-B0CE-C87B7506DCE0}"/>
          </ac:spMkLst>
        </pc:spChg>
        <pc:spChg chg="mod">
          <ac:chgData name="Ashley" userId="233c2e7fadc70c6e" providerId="LiveId" clId="{AC6A4BB6-C651-4C24-8E50-E71FF676325C}" dt="2022-07-26T21:03:25.165" v="349" actId="20577"/>
          <ac:spMkLst>
            <pc:docMk/>
            <pc:sldMk cId="0" sldId="288"/>
            <ac:spMk id="57347" creationId="{9272856B-32C2-4109-9D2E-4637DCF353D3}"/>
          </ac:spMkLst>
        </pc:spChg>
      </pc:sldChg>
      <pc:sldChg chg="modSp add mod modAnim">
        <pc:chgData name="Ashley" userId="233c2e7fadc70c6e" providerId="LiveId" clId="{AC6A4BB6-C651-4C24-8E50-E71FF676325C}" dt="2022-07-26T20:55:24.115" v="136" actId="403"/>
        <pc:sldMkLst>
          <pc:docMk/>
          <pc:sldMk cId="2565430396" sldId="308"/>
        </pc:sldMkLst>
        <pc:spChg chg="mod">
          <ac:chgData name="Ashley" userId="233c2e7fadc70c6e" providerId="LiveId" clId="{AC6A4BB6-C651-4C24-8E50-E71FF676325C}" dt="2022-07-26T20:55:24.115" v="136" actId="403"/>
          <ac:spMkLst>
            <pc:docMk/>
            <pc:sldMk cId="2565430396" sldId="308"/>
            <ac:spMk id="33795" creationId="{499C9A4C-0B2B-4E23-96D8-C8A4441676E9}"/>
          </ac:spMkLst>
        </pc:spChg>
      </pc:sldChg>
    </pc:docChg>
  </pc:docChgLst>
  <pc:docChgLst>
    <pc:chgData name="Ashley Immanuel" userId="233c2e7fadc70c6e" providerId="LiveId" clId="{A96A2DA6-8F28-432F-A219-8BFB04226AB0}"/>
    <pc:docChg chg="delSld modSld">
      <pc:chgData name="Ashley Immanuel" userId="233c2e7fadc70c6e" providerId="LiveId" clId="{A96A2DA6-8F28-432F-A219-8BFB04226AB0}" dt="2023-02-08T10:18:05.668" v="272" actId="47"/>
      <pc:docMkLst>
        <pc:docMk/>
      </pc:docMkLst>
      <pc:sldChg chg="modSp">
        <pc:chgData name="Ashley Immanuel" userId="233c2e7fadc70c6e" providerId="LiveId" clId="{A96A2DA6-8F28-432F-A219-8BFB04226AB0}" dt="2023-02-08T10:17:55.744" v="271" actId="20577"/>
        <pc:sldMkLst>
          <pc:docMk/>
          <pc:sldMk cId="0" sldId="275"/>
        </pc:sldMkLst>
        <pc:spChg chg="mod">
          <ac:chgData name="Ashley Immanuel" userId="233c2e7fadc70c6e" providerId="LiveId" clId="{A96A2DA6-8F28-432F-A219-8BFB04226AB0}" dt="2023-02-08T10:17:55.744" v="271" actId="20577"/>
          <ac:spMkLst>
            <pc:docMk/>
            <pc:sldMk cId="0" sldId="275"/>
            <ac:spMk id="63491" creationId="{B55D01F5-2B96-4968-885E-5327F3EC7B0F}"/>
          </ac:spMkLst>
        </pc:spChg>
      </pc:sldChg>
      <pc:sldChg chg="modSp modAnim">
        <pc:chgData name="Ashley Immanuel" userId="233c2e7fadc70c6e" providerId="LiveId" clId="{A96A2DA6-8F28-432F-A219-8BFB04226AB0}" dt="2023-02-08T10:15:32.926" v="147" actId="20577"/>
        <pc:sldMkLst>
          <pc:docMk/>
          <pc:sldMk cId="0" sldId="285"/>
        </pc:sldMkLst>
        <pc:spChg chg="mod">
          <ac:chgData name="Ashley Immanuel" userId="233c2e7fadc70c6e" providerId="LiveId" clId="{A96A2DA6-8F28-432F-A219-8BFB04226AB0}" dt="2023-02-08T10:15:32.926" v="147" actId="20577"/>
          <ac:spMkLst>
            <pc:docMk/>
            <pc:sldMk cId="0" sldId="285"/>
            <ac:spMk id="44035" creationId="{A3A2F658-7275-4701-AB68-B9E1A98DAEC6}"/>
          </ac:spMkLst>
        </pc:spChg>
      </pc:sldChg>
      <pc:sldChg chg="modSp modAnim">
        <pc:chgData name="Ashley Immanuel" userId="233c2e7fadc70c6e" providerId="LiveId" clId="{A96A2DA6-8F28-432F-A219-8BFB04226AB0}" dt="2023-02-08T10:16:03.951" v="157" actId="20577"/>
        <pc:sldMkLst>
          <pc:docMk/>
          <pc:sldMk cId="0" sldId="287"/>
        </pc:sldMkLst>
        <pc:spChg chg="mod">
          <ac:chgData name="Ashley Immanuel" userId="233c2e7fadc70c6e" providerId="LiveId" clId="{A96A2DA6-8F28-432F-A219-8BFB04226AB0}" dt="2023-02-08T10:16:03.951" v="157" actId="20577"/>
          <ac:spMkLst>
            <pc:docMk/>
            <pc:sldMk cId="0" sldId="287"/>
            <ac:spMk id="46083" creationId="{14CD746F-EC1F-4553-9BC2-57D99AA66CBA}"/>
          </ac:spMkLst>
        </pc:spChg>
      </pc:sldChg>
      <pc:sldChg chg="modSp modAnim">
        <pc:chgData name="Ashley Immanuel" userId="233c2e7fadc70c6e" providerId="LiveId" clId="{A96A2DA6-8F28-432F-A219-8BFB04226AB0}" dt="2023-02-08T10:17:32.403" v="234" actId="20577"/>
        <pc:sldMkLst>
          <pc:docMk/>
          <pc:sldMk cId="0" sldId="288"/>
        </pc:sldMkLst>
        <pc:spChg chg="mod">
          <ac:chgData name="Ashley Immanuel" userId="233c2e7fadc70c6e" providerId="LiveId" clId="{A96A2DA6-8F28-432F-A219-8BFB04226AB0}" dt="2023-02-08T10:17:32.403" v="234" actId="20577"/>
          <ac:spMkLst>
            <pc:docMk/>
            <pc:sldMk cId="0" sldId="288"/>
            <ac:spMk id="57347" creationId="{9272856B-32C2-4109-9D2E-4637DCF353D3}"/>
          </ac:spMkLst>
        </pc:spChg>
      </pc:sldChg>
      <pc:sldChg chg="del">
        <pc:chgData name="Ashley Immanuel" userId="233c2e7fadc70c6e" providerId="LiveId" clId="{A96A2DA6-8F28-432F-A219-8BFB04226AB0}" dt="2023-02-08T10:18:05.668" v="272" actId="47"/>
        <pc:sldMkLst>
          <pc:docMk/>
          <pc:sldMk cId="530685938" sldId="309"/>
        </pc:sldMkLst>
      </pc:sldChg>
    </pc:docChg>
  </pc:docChgLst>
  <pc:docChgLst>
    <pc:chgData name="Ashley" userId="233c2e7fadc70c6e" providerId="LiveId" clId="{AE0F3FB3-D38A-4BFD-B564-2FEF7BE34AF2}"/>
    <pc:docChg chg="modSld">
      <pc:chgData name="Ashley" userId="233c2e7fadc70c6e" providerId="LiveId" clId="{AE0F3FB3-D38A-4BFD-B564-2FEF7BE34AF2}" dt="2022-09-29T05:31:11.041" v="287" actId="20577"/>
      <pc:docMkLst>
        <pc:docMk/>
      </pc:docMkLst>
      <pc:sldChg chg="modSp">
        <pc:chgData name="Ashley" userId="233c2e7fadc70c6e" providerId="LiveId" clId="{AE0F3FB3-D38A-4BFD-B564-2FEF7BE34AF2}" dt="2022-09-29T05:25:49.372" v="251" actId="20577"/>
        <pc:sldMkLst>
          <pc:docMk/>
          <pc:sldMk cId="0" sldId="267"/>
        </pc:sldMkLst>
        <pc:spChg chg="mod">
          <ac:chgData name="Ashley" userId="233c2e7fadc70c6e" providerId="LiveId" clId="{AE0F3FB3-D38A-4BFD-B564-2FEF7BE34AF2}" dt="2022-09-29T05:25:49.372" v="251" actId="20577"/>
          <ac:spMkLst>
            <pc:docMk/>
            <pc:sldMk cId="0" sldId="267"/>
            <ac:spMk id="45059" creationId="{6AA6C69E-D10B-49BA-831D-3075B8EA938C}"/>
          </ac:spMkLst>
        </pc:spChg>
      </pc:sldChg>
      <pc:sldChg chg="modSp modAnim">
        <pc:chgData name="Ashley" userId="233c2e7fadc70c6e" providerId="LiveId" clId="{AE0F3FB3-D38A-4BFD-B564-2FEF7BE34AF2}" dt="2022-09-28T08:03:14.880" v="56" actId="20577"/>
        <pc:sldMkLst>
          <pc:docMk/>
          <pc:sldMk cId="0" sldId="275"/>
        </pc:sldMkLst>
        <pc:spChg chg="mod">
          <ac:chgData name="Ashley" userId="233c2e7fadc70c6e" providerId="LiveId" clId="{AE0F3FB3-D38A-4BFD-B564-2FEF7BE34AF2}" dt="2022-09-28T08:03:14.880" v="56" actId="20577"/>
          <ac:spMkLst>
            <pc:docMk/>
            <pc:sldMk cId="0" sldId="275"/>
            <ac:spMk id="63491" creationId="{B55D01F5-2B96-4968-885E-5327F3EC7B0F}"/>
          </ac:spMkLst>
        </pc:spChg>
      </pc:sldChg>
      <pc:sldChg chg="modSp mod">
        <pc:chgData name="Ashley" userId="233c2e7fadc70c6e" providerId="LiveId" clId="{AE0F3FB3-D38A-4BFD-B564-2FEF7BE34AF2}" dt="2022-09-29T05:30:46.183" v="283" actId="403"/>
        <pc:sldMkLst>
          <pc:docMk/>
          <pc:sldMk cId="0" sldId="284"/>
        </pc:sldMkLst>
        <pc:spChg chg="mod">
          <ac:chgData name="Ashley" userId="233c2e7fadc70c6e" providerId="LiveId" clId="{AE0F3FB3-D38A-4BFD-B564-2FEF7BE34AF2}" dt="2022-09-29T05:26:10.869" v="282" actId="20577"/>
          <ac:spMkLst>
            <pc:docMk/>
            <pc:sldMk cId="0" sldId="284"/>
            <ac:spMk id="41986" creationId="{F0F62AAD-DC0E-4703-AF81-80805E29FC27}"/>
          </ac:spMkLst>
        </pc:spChg>
        <pc:spChg chg="mod">
          <ac:chgData name="Ashley" userId="233c2e7fadc70c6e" providerId="LiveId" clId="{AE0F3FB3-D38A-4BFD-B564-2FEF7BE34AF2}" dt="2022-09-29T05:30:46.183" v="283" actId="403"/>
          <ac:spMkLst>
            <pc:docMk/>
            <pc:sldMk cId="0" sldId="284"/>
            <ac:spMk id="47107" creationId="{286C69DA-BE0E-42F6-97F0-B3BCCF3F9BC9}"/>
          </ac:spMkLst>
        </pc:spChg>
      </pc:sldChg>
      <pc:sldChg chg="modSp">
        <pc:chgData name="Ashley" userId="233c2e7fadc70c6e" providerId="LiveId" clId="{AE0F3FB3-D38A-4BFD-B564-2FEF7BE34AF2}" dt="2022-09-29T05:30:54.263" v="285" actId="403"/>
        <pc:sldMkLst>
          <pc:docMk/>
          <pc:sldMk cId="0" sldId="285"/>
        </pc:sldMkLst>
        <pc:spChg chg="mod">
          <ac:chgData name="Ashley" userId="233c2e7fadc70c6e" providerId="LiveId" clId="{AE0F3FB3-D38A-4BFD-B564-2FEF7BE34AF2}" dt="2022-09-29T05:30:54.263" v="285" actId="403"/>
          <ac:spMkLst>
            <pc:docMk/>
            <pc:sldMk cId="0" sldId="285"/>
            <ac:spMk id="44035" creationId="{A3A2F658-7275-4701-AB68-B9E1A98DAEC6}"/>
          </ac:spMkLst>
        </pc:spChg>
      </pc:sldChg>
      <pc:sldChg chg="modSp modAnim">
        <pc:chgData name="Ashley" userId="233c2e7fadc70c6e" providerId="LiveId" clId="{AE0F3FB3-D38A-4BFD-B564-2FEF7BE34AF2}" dt="2022-09-29T05:31:11.041" v="287" actId="20577"/>
        <pc:sldMkLst>
          <pc:docMk/>
          <pc:sldMk cId="0" sldId="287"/>
        </pc:sldMkLst>
        <pc:spChg chg="mod">
          <ac:chgData name="Ashley" userId="233c2e7fadc70c6e" providerId="LiveId" clId="{AE0F3FB3-D38A-4BFD-B564-2FEF7BE34AF2}" dt="2022-09-29T05:31:11.041" v="287" actId="20577"/>
          <ac:spMkLst>
            <pc:docMk/>
            <pc:sldMk cId="0" sldId="287"/>
            <ac:spMk id="46083" creationId="{14CD746F-EC1F-4553-9BC2-57D99AA66CBA}"/>
          </ac:spMkLst>
        </pc:spChg>
      </pc:sldChg>
      <pc:sldChg chg="modSp mod">
        <pc:chgData name="Ashley" userId="233c2e7fadc70c6e" providerId="LiveId" clId="{AE0F3FB3-D38A-4BFD-B564-2FEF7BE34AF2}" dt="2022-09-28T11:33:47.023" v="190" actId="113"/>
        <pc:sldMkLst>
          <pc:docMk/>
          <pc:sldMk cId="0" sldId="301"/>
        </pc:sldMkLst>
        <pc:spChg chg="mod">
          <ac:chgData name="Ashley" userId="233c2e7fadc70c6e" providerId="LiveId" clId="{AE0F3FB3-D38A-4BFD-B564-2FEF7BE34AF2}" dt="2022-09-28T11:33:47.023" v="190" actId="113"/>
          <ac:spMkLst>
            <pc:docMk/>
            <pc:sldMk cId="0" sldId="301"/>
            <ac:spMk id="54275" creationId="{CA1A0333-2AF1-46BF-92B7-2D3000D1163C}"/>
          </ac:spMkLst>
        </pc:spChg>
      </pc:sldChg>
      <pc:sldChg chg="modSp modAnim">
        <pc:chgData name="Ashley" userId="233c2e7fadc70c6e" providerId="LiveId" clId="{AE0F3FB3-D38A-4BFD-B564-2FEF7BE34AF2}" dt="2022-09-29T05:25:17.263" v="228" actId="20577"/>
        <pc:sldMkLst>
          <pc:docMk/>
          <pc:sldMk cId="2565430396" sldId="308"/>
        </pc:sldMkLst>
        <pc:spChg chg="mod">
          <ac:chgData name="Ashley" userId="233c2e7fadc70c6e" providerId="LiveId" clId="{AE0F3FB3-D38A-4BFD-B564-2FEF7BE34AF2}" dt="2022-09-29T05:25:17.263" v="228" actId="20577"/>
          <ac:spMkLst>
            <pc:docMk/>
            <pc:sldMk cId="2565430396" sldId="308"/>
            <ac:spMk id="33795" creationId="{499C9A4C-0B2B-4E23-96D8-C8A4441676E9}"/>
          </ac:spMkLst>
        </pc:spChg>
      </pc:sldChg>
    </pc:docChg>
  </pc:docChgLst>
  <pc:docChgLst>
    <pc:chgData name="Ashley" userId="233c2e7fadc70c6e" providerId="LiveId" clId="{04FE89C3-F15C-4ACA-90E8-2B8F693435F1}"/>
    <pc:docChg chg="undo custSel addSld delSld modSld modMainMaster">
      <pc:chgData name="Ashley" userId="233c2e7fadc70c6e" providerId="LiveId" clId="{04FE89C3-F15C-4ACA-90E8-2B8F693435F1}" dt="2022-06-01T19:25:29.878" v="165"/>
      <pc:docMkLst>
        <pc:docMk/>
      </pc:docMkLst>
      <pc:sldChg chg="addSp modSp">
        <pc:chgData name="Ashley" userId="233c2e7fadc70c6e" providerId="LiveId" clId="{04FE89C3-F15C-4ACA-90E8-2B8F693435F1}" dt="2022-06-01T19:25:14.311" v="158"/>
        <pc:sldMkLst>
          <pc:docMk/>
          <pc:sldMk cId="0" sldId="267"/>
        </pc:sldMkLst>
        <pc:spChg chg="add mod">
          <ac:chgData name="Ashley" userId="233c2e7fadc70c6e" providerId="LiveId" clId="{04FE89C3-F15C-4ACA-90E8-2B8F693435F1}" dt="2022-06-01T19:25:14.311" v="158"/>
          <ac:spMkLst>
            <pc:docMk/>
            <pc:sldMk cId="0" sldId="267"/>
            <ac:spMk id="5" creationId="{C5D57F96-6B48-460C-0B4A-D4C5A2AFDE35}"/>
          </ac:spMkLst>
        </pc:spChg>
      </pc:sldChg>
      <pc:sldChg chg="addSp modSp">
        <pc:chgData name="Ashley" userId="233c2e7fadc70c6e" providerId="LiveId" clId="{04FE89C3-F15C-4ACA-90E8-2B8F693435F1}" dt="2022-06-01T19:24:59.537" v="149"/>
        <pc:sldMkLst>
          <pc:docMk/>
          <pc:sldMk cId="0" sldId="271"/>
        </pc:sldMkLst>
        <pc:spChg chg="add mod">
          <ac:chgData name="Ashley" userId="233c2e7fadc70c6e" providerId="LiveId" clId="{04FE89C3-F15C-4ACA-90E8-2B8F693435F1}" dt="2022-06-01T19:24:59.537" v="149"/>
          <ac:spMkLst>
            <pc:docMk/>
            <pc:sldMk cId="0" sldId="271"/>
            <ac:spMk id="4" creationId="{3D73AAA3-4FAD-D1D8-7DED-DED9CBD39A5E}"/>
          </ac:spMkLst>
        </pc:spChg>
        <pc:spChg chg="mod">
          <ac:chgData name="Ashley" userId="233c2e7fadc70c6e" providerId="LiveId" clId="{04FE89C3-F15C-4ACA-90E8-2B8F693435F1}" dt="2022-05-31T09:08:19.659" v="76" actId="20577"/>
          <ac:spMkLst>
            <pc:docMk/>
            <pc:sldMk cId="0" sldId="271"/>
            <ac:spMk id="25603" creationId="{EB817C81-09F4-4DD6-86C6-F3AA64F898E5}"/>
          </ac:spMkLst>
        </pc:spChg>
      </pc:sldChg>
      <pc:sldChg chg="addSp modSp">
        <pc:chgData name="Ashley" userId="233c2e7fadc70c6e" providerId="LiveId" clId="{04FE89C3-F15C-4ACA-90E8-2B8F693435F1}" dt="2022-06-01T19:25:05.426" v="154"/>
        <pc:sldMkLst>
          <pc:docMk/>
          <pc:sldMk cId="0" sldId="274"/>
        </pc:sldMkLst>
        <pc:spChg chg="add mod">
          <ac:chgData name="Ashley" userId="233c2e7fadc70c6e" providerId="LiveId" clId="{04FE89C3-F15C-4ACA-90E8-2B8F693435F1}" dt="2022-06-01T19:25:05.426" v="154"/>
          <ac:spMkLst>
            <pc:docMk/>
            <pc:sldMk cId="0" sldId="274"/>
            <ac:spMk id="5" creationId="{29E1D942-CB54-E344-8136-37CABA711CC0}"/>
          </ac:spMkLst>
        </pc:spChg>
        <pc:spChg chg="mod">
          <ac:chgData name="Ashley" userId="233c2e7fadc70c6e" providerId="LiveId" clId="{04FE89C3-F15C-4ACA-90E8-2B8F693435F1}" dt="2022-05-31T09:14:06.217" v="81" actId="108"/>
          <ac:spMkLst>
            <pc:docMk/>
            <pc:sldMk cId="0" sldId="274"/>
            <ac:spMk id="33795" creationId="{499C9A4C-0B2B-4E23-96D8-C8A4441676E9}"/>
          </ac:spMkLst>
        </pc:spChg>
      </pc:sldChg>
      <pc:sldChg chg="addSp modSp">
        <pc:chgData name="Ashley" userId="233c2e7fadc70c6e" providerId="LiveId" clId="{04FE89C3-F15C-4ACA-90E8-2B8F693435F1}" dt="2022-06-01T19:25:28.210" v="164"/>
        <pc:sldMkLst>
          <pc:docMk/>
          <pc:sldMk cId="0" sldId="275"/>
        </pc:sldMkLst>
        <pc:spChg chg="add mod">
          <ac:chgData name="Ashley" userId="233c2e7fadc70c6e" providerId="LiveId" clId="{04FE89C3-F15C-4ACA-90E8-2B8F693435F1}" dt="2022-06-01T19:25:28.210" v="164"/>
          <ac:spMkLst>
            <pc:docMk/>
            <pc:sldMk cId="0" sldId="275"/>
            <ac:spMk id="5" creationId="{5D788368-6816-DDF5-3B98-E5B7FE5F49D1}"/>
          </ac:spMkLst>
        </pc:spChg>
        <pc:spChg chg="mod">
          <ac:chgData name="Ashley" userId="233c2e7fadc70c6e" providerId="LiveId" clId="{04FE89C3-F15C-4ACA-90E8-2B8F693435F1}" dt="2022-05-31T09:18:56.267" v="114" actId="20577"/>
          <ac:spMkLst>
            <pc:docMk/>
            <pc:sldMk cId="0" sldId="275"/>
            <ac:spMk id="63491" creationId="{B55D01F5-2B96-4968-885E-5327F3EC7B0F}"/>
          </ac:spMkLst>
        </pc:spChg>
      </pc:sldChg>
      <pc:sldChg chg="addSp modSp mod modAnim">
        <pc:chgData name="Ashley" userId="233c2e7fadc70c6e" providerId="LiveId" clId="{04FE89C3-F15C-4ACA-90E8-2B8F693435F1}" dt="2022-06-01T19:25:02.687" v="152" actId="1035"/>
        <pc:sldMkLst>
          <pc:docMk/>
          <pc:sldMk cId="0" sldId="279"/>
        </pc:sldMkLst>
        <pc:spChg chg="add mod">
          <ac:chgData name="Ashley" userId="233c2e7fadc70c6e" providerId="LiveId" clId="{04FE89C3-F15C-4ACA-90E8-2B8F693435F1}" dt="2022-06-01T19:25:02.687" v="152" actId="1035"/>
          <ac:spMkLst>
            <pc:docMk/>
            <pc:sldMk cId="0" sldId="279"/>
            <ac:spMk id="4" creationId="{327D9FCE-86D4-3DCC-DCB7-B83A8935DAE4}"/>
          </ac:spMkLst>
        </pc:spChg>
        <pc:spChg chg="mod">
          <ac:chgData name="Ashley" userId="233c2e7fadc70c6e" providerId="LiveId" clId="{04FE89C3-F15C-4ACA-90E8-2B8F693435F1}" dt="2022-06-01T08:08:37.223" v="131" actId="20577"/>
          <ac:spMkLst>
            <pc:docMk/>
            <pc:sldMk cId="0" sldId="279"/>
            <ac:spMk id="28675" creationId="{CEB443E8-7832-449E-92E0-0308AB98D8D9}"/>
          </ac:spMkLst>
        </pc:spChg>
      </pc:sldChg>
      <pc:sldChg chg="addSp modSp">
        <pc:chgData name="Ashley" userId="233c2e7fadc70c6e" providerId="LiveId" clId="{04FE89C3-F15C-4ACA-90E8-2B8F693435F1}" dt="2022-06-01T19:25:06.944" v="155"/>
        <pc:sldMkLst>
          <pc:docMk/>
          <pc:sldMk cId="0" sldId="281"/>
        </pc:sldMkLst>
        <pc:spChg chg="add mod">
          <ac:chgData name="Ashley" userId="233c2e7fadc70c6e" providerId="LiveId" clId="{04FE89C3-F15C-4ACA-90E8-2B8F693435F1}" dt="2022-06-01T19:25:06.944" v="155"/>
          <ac:spMkLst>
            <pc:docMk/>
            <pc:sldMk cId="0" sldId="281"/>
            <ac:spMk id="5" creationId="{F9E4436C-98CB-8928-90BA-F0A31835B05D}"/>
          </ac:spMkLst>
        </pc:spChg>
      </pc:sldChg>
      <pc:sldChg chg="addSp modSp">
        <pc:chgData name="Ashley" userId="233c2e7fadc70c6e" providerId="LiveId" clId="{04FE89C3-F15C-4ACA-90E8-2B8F693435F1}" dt="2022-06-01T19:25:10.708" v="156"/>
        <pc:sldMkLst>
          <pc:docMk/>
          <pc:sldMk cId="0" sldId="282"/>
        </pc:sldMkLst>
        <pc:spChg chg="add mod">
          <ac:chgData name="Ashley" userId="233c2e7fadc70c6e" providerId="LiveId" clId="{04FE89C3-F15C-4ACA-90E8-2B8F693435F1}" dt="2022-06-01T19:25:10.708" v="156"/>
          <ac:spMkLst>
            <pc:docMk/>
            <pc:sldMk cId="0" sldId="282"/>
            <ac:spMk id="4" creationId="{937D8E41-5D19-62AE-F17D-AD5EB6B40EB4}"/>
          </ac:spMkLst>
        </pc:spChg>
      </pc:sldChg>
      <pc:sldChg chg="addSp modSp">
        <pc:chgData name="Ashley" userId="233c2e7fadc70c6e" providerId="LiveId" clId="{04FE89C3-F15C-4ACA-90E8-2B8F693435F1}" dt="2022-06-01T19:25:16.011" v="159"/>
        <pc:sldMkLst>
          <pc:docMk/>
          <pc:sldMk cId="0" sldId="284"/>
        </pc:sldMkLst>
        <pc:spChg chg="add mod">
          <ac:chgData name="Ashley" userId="233c2e7fadc70c6e" providerId="LiveId" clId="{04FE89C3-F15C-4ACA-90E8-2B8F693435F1}" dt="2022-06-01T19:25:16.011" v="159"/>
          <ac:spMkLst>
            <pc:docMk/>
            <pc:sldMk cId="0" sldId="284"/>
            <ac:spMk id="4" creationId="{CFA1AF3B-2A96-EC2C-D92C-13D5ABB049DC}"/>
          </ac:spMkLst>
        </pc:spChg>
        <pc:spChg chg="mod">
          <ac:chgData name="Ashley" userId="233c2e7fadc70c6e" providerId="LiveId" clId="{04FE89C3-F15C-4ACA-90E8-2B8F693435F1}" dt="2022-06-01T11:51:16.953" v="136" actId="14100"/>
          <ac:spMkLst>
            <pc:docMk/>
            <pc:sldMk cId="0" sldId="284"/>
            <ac:spMk id="47107" creationId="{286C69DA-BE0E-42F6-97F0-B3BCCF3F9BC9}"/>
          </ac:spMkLst>
        </pc:spChg>
      </pc:sldChg>
      <pc:sldChg chg="addSp modSp mod modAnim modShow">
        <pc:chgData name="Ashley" userId="233c2e7fadc70c6e" providerId="LiveId" clId="{04FE89C3-F15C-4ACA-90E8-2B8F693435F1}" dt="2022-06-01T19:25:19.962" v="160"/>
        <pc:sldMkLst>
          <pc:docMk/>
          <pc:sldMk cId="0" sldId="285"/>
        </pc:sldMkLst>
        <pc:spChg chg="add mod">
          <ac:chgData name="Ashley" userId="233c2e7fadc70c6e" providerId="LiveId" clId="{04FE89C3-F15C-4ACA-90E8-2B8F693435F1}" dt="2022-06-01T19:25:19.962" v="160"/>
          <ac:spMkLst>
            <pc:docMk/>
            <pc:sldMk cId="0" sldId="285"/>
            <ac:spMk id="5" creationId="{87FADFFB-BB01-3767-5B32-5D080360AB68}"/>
          </ac:spMkLst>
        </pc:spChg>
        <pc:spChg chg="mod">
          <ac:chgData name="Ashley" userId="233c2e7fadc70c6e" providerId="LiveId" clId="{04FE89C3-F15C-4ACA-90E8-2B8F693435F1}" dt="2022-06-01T08:09:12.050" v="133" actId="20577"/>
          <ac:spMkLst>
            <pc:docMk/>
            <pc:sldMk cId="0" sldId="285"/>
            <ac:spMk id="44035" creationId="{A3A2F658-7275-4701-AB68-B9E1A98DAEC6}"/>
          </ac:spMkLst>
        </pc:spChg>
      </pc:sldChg>
      <pc:sldChg chg="addSp modSp mod modShow">
        <pc:chgData name="Ashley" userId="233c2e7fadc70c6e" providerId="LiveId" clId="{04FE89C3-F15C-4ACA-90E8-2B8F693435F1}" dt="2022-06-01T19:25:21.927" v="161"/>
        <pc:sldMkLst>
          <pc:docMk/>
          <pc:sldMk cId="0" sldId="287"/>
        </pc:sldMkLst>
        <pc:spChg chg="add mod">
          <ac:chgData name="Ashley" userId="233c2e7fadc70c6e" providerId="LiveId" clId="{04FE89C3-F15C-4ACA-90E8-2B8F693435F1}" dt="2022-06-01T19:25:21.927" v="161"/>
          <ac:spMkLst>
            <pc:docMk/>
            <pc:sldMk cId="0" sldId="287"/>
            <ac:spMk id="4" creationId="{1ECBE778-FA6A-E76C-583D-0A26CC21C061}"/>
          </ac:spMkLst>
        </pc:spChg>
        <pc:spChg chg="mod">
          <ac:chgData name="Ashley" userId="233c2e7fadc70c6e" providerId="LiveId" clId="{04FE89C3-F15C-4ACA-90E8-2B8F693435F1}" dt="2022-05-31T09:16:54.334" v="86" actId="403"/>
          <ac:spMkLst>
            <pc:docMk/>
            <pc:sldMk cId="0" sldId="287"/>
            <ac:spMk id="46083" creationId="{14CD746F-EC1F-4553-9BC2-57D99AA66CBA}"/>
          </ac:spMkLst>
        </pc:spChg>
      </pc:sldChg>
      <pc:sldChg chg="addSp modSp modAnim">
        <pc:chgData name="Ashley" userId="233c2e7fadc70c6e" providerId="LiveId" clId="{04FE89C3-F15C-4ACA-90E8-2B8F693435F1}" dt="2022-06-01T19:25:26.542" v="163"/>
        <pc:sldMkLst>
          <pc:docMk/>
          <pc:sldMk cId="0" sldId="288"/>
        </pc:sldMkLst>
        <pc:spChg chg="add mod">
          <ac:chgData name="Ashley" userId="233c2e7fadc70c6e" providerId="LiveId" clId="{04FE89C3-F15C-4ACA-90E8-2B8F693435F1}" dt="2022-06-01T19:25:26.542" v="163"/>
          <ac:spMkLst>
            <pc:docMk/>
            <pc:sldMk cId="0" sldId="288"/>
            <ac:spMk id="5" creationId="{F2219310-261C-069E-FDB1-476B141B9D7F}"/>
          </ac:spMkLst>
        </pc:spChg>
        <pc:spChg chg="mod">
          <ac:chgData name="Ashley" userId="233c2e7fadc70c6e" providerId="LiveId" clId="{04FE89C3-F15C-4ACA-90E8-2B8F693435F1}" dt="2022-05-31T09:18:24.771" v="88" actId="6549"/>
          <ac:spMkLst>
            <pc:docMk/>
            <pc:sldMk cId="0" sldId="288"/>
            <ac:spMk id="57347" creationId="{9272856B-32C2-4109-9D2E-4637DCF353D3}"/>
          </ac:spMkLst>
        </pc:spChg>
      </pc:sldChg>
      <pc:sldChg chg="addSp modSp">
        <pc:chgData name="Ashley" userId="233c2e7fadc70c6e" providerId="LiveId" clId="{04FE89C3-F15C-4ACA-90E8-2B8F693435F1}" dt="2022-06-01T19:24:56.428" v="148"/>
        <pc:sldMkLst>
          <pc:docMk/>
          <pc:sldMk cId="0" sldId="300"/>
        </pc:sldMkLst>
        <pc:spChg chg="add mod">
          <ac:chgData name="Ashley" userId="233c2e7fadc70c6e" providerId="LiveId" clId="{04FE89C3-F15C-4ACA-90E8-2B8F693435F1}" dt="2022-06-01T19:24:56.428" v="148"/>
          <ac:spMkLst>
            <pc:docMk/>
            <pc:sldMk cId="0" sldId="300"/>
            <ac:spMk id="5" creationId="{7EE7E70F-1341-70FD-0BF5-109575E1F1CA}"/>
          </ac:spMkLst>
        </pc:spChg>
      </pc:sldChg>
      <pc:sldChg chg="addSp modSp">
        <pc:chgData name="Ashley" userId="233c2e7fadc70c6e" providerId="LiveId" clId="{04FE89C3-F15C-4ACA-90E8-2B8F693435F1}" dt="2022-06-01T19:25:29.878" v="165"/>
        <pc:sldMkLst>
          <pc:docMk/>
          <pc:sldMk cId="0" sldId="301"/>
        </pc:sldMkLst>
        <pc:spChg chg="add mod">
          <ac:chgData name="Ashley" userId="233c2e7fadc70c6e" providerId="LiveId" clId="{04FE89C3-F15C-4ACA-90E8-2B8F693435F1}" dt="2022-06-01T19:25:29.878" v="165"/>
          <ac:spMkLst>
            <pc:docMk/>
            <pc:sldMk cId="0" sldId="301"/>
            <ac:spMk id="5" creationId="{4AA68747-BA28-4943-5D70-624B62C40B29}"/>
          </ac:spMkLst>
        </pc:spChg>
      </pc:sldChg>
      <pc:sldChg chg="addSp modSp">
        <pc:chgData name="Ashley" userId="233c2e7fadc70c6e" providerId="LiveId" clId="{04FE89C3-F15C-4ACA-90E8-2B8F693435F1}" dt="2022-06-01T19:25:04.309" v="153"/>
        <pc:sldMkLst>
          <pc:docMk/>
          <pc:sldMk cId="0" sldId="305"/>
        </pc:sldMkLst>
        <pc:spChg chg="add mod">
          <ac:chgData name="Ashley" userId="233c2e7fadc70c6e" providerId="LiveId" clId="{04FE89C3-F15C-4ACA-90E8-2B8F693435F1}" dt="2022-06-01T19:25:04.309" v="153"/>
          <ac:spMkLst>
            <pc:docMk/>
            <pc:sldMk cId="0" sldId="305"/>
            <ac:spMk id="5" creationId="{048DC3F1-032B-5565-71C8-8CE18590FD74}"/>
          </ac:spMkLst>
        </pc:spChg>
      </pc:sldChg>
      <pc:sldChg chg="addSp modSp">
        <pc:chgData name="Ashley" userId="233c2e7fadc70c6e" providerId="LiveId" clId="{04FE89C3-F15C-4ACA-90E8-2B8F693435F1}" dt="2022-06-01T19:25:23.534" v="162"/>
        <pc:sldMkLst>
          <pc:docMk/>
          <pc:sldMk cId="0" sldId="306"/>
        </pc:sldMkLst>
        <pc:spChg chg="add mod">
          <ac:chgData name="Ashley" userId="233c2e7fadc70c6e" providerId="LiveId" clId="{04FE89C3-F15C-4ACA-90E8-2B8F693435F1}" dt="2022-06-01T19:25:23.534" v="162"/>
          <ac:spMkLst>
            <pc:docMk/>
            <pc:sldMk cId="0" sldId="306"/>
            <ac:spMk id="5" creationId="{FA33E4BE-CAFD-A3C1-0745-B2A64A9E7840}"/>
          </ac:spMkLst>
        </pc:spChg>
        <pc:spChg chg="mod">
          <ac:chgData name="Ashley" userId="233c2e7fadc70c6e" providerId="LiveId" clId="{04FE89C3-F15C-4ACA-90E8-2B8F693435F1}" dt="2022-06-01T12:41:06.023" v="139" actId="404"/>
          <ac:spMkLst>
            <pc:docMk/>
            <pc:sldMk cId="0" sldId="306"/>
            <ac:spMk id="55299" creationId="{5E404DD1-6BC9-4A31-A842-9E47162431D2}"/>
          </ac:spMkLst>
        </pc:spChg>
      </pc:sldChg>
      <pc:sldChg chg="addSp modSp">
        <pc:chgData name="Ashley" userId="233c2e7fadc70c6e" providerId="LiveId" clId="{04FE89C3-F15C-4ACA-90E8-2B8F693435F1}" dt="2022-06-01T19:25:12.668" v="157"/>
        <pc:sldMkLst>
          <pc:docMk/>
          <pc:sldMk cId="3123749448" sldId="307"/>
        </pc:sldMkLst>
        <pc:spChg chg="add mod">
          <ac:chgData name="Ashley" userId="233c2e7fadc70c6e" providerId="LiveId" clId="{04FE89C3-F15C-4ACA-90E8-2B8F693435F1}" dt="2022-06-01T19:25:12.668" v="157"/>
          <ac:spMkLst>
            <pc:docMk/>
            <pc:sldMk cId="3123749448" sldId="307"/>
            <ac:spMk id="4" creationId="{6095AC3F-757D-D1BA-5A53-BC898F32EC6E}"/>
          </ac:spMkLst>
        </pc:spChg>
      </pc:sldChg>
      <pc:sldChg chg="new del">
        <pc:chgData name="Ashley" userId="233c2e7fadc70c6e" providerId="LiveId" clId="{04FE89C3-F15C-4ACA-90E8-2B8F693435F1}" dt="2022-06-01T08:13:48.482" v="135" actId="2696"/>
        <pc:sldMkLst>
          <pc:docMk/>
          <pc:sldMk cId="2416339031" sldId="308"/>
        </pc:sldMkLst>
      </pc:sldChg>
      <pc:sldMasterChg chg="modSldLayout">
        <pc:chgData name="Ashley" userId="233c2e7fadc70c6e" providerId="LiveId" clId="{04FE89C3-F15C-4ACA-90E8-2B8F693435F1}" dt="2022-06-01T19:24:18.947" v="146"/>
        <pc:sldMasterMkLst>
          <pc:docMk/>
          <pc:sldMasterMk cId="0" sldId="2147484211"/>
        </pc:sldMasterMkLst>
        <pc:sldLayoutChg chg="addSp modSp">
          <pc:chgData name="Ashley" userId="233c2e7fadc70c6e" providerId="LiveId" clId="{04FE89C3-F15C-4ACA-90E8-2B8F693435F1}" dt="2022-06-01T19:24:13.293" v="143"/>
          <pc:sldLayoutMkLst>
            <pc:docMk/>
            <pc:sldMasterMk cId="0" sldId="2147484211"/>
            <pc:sldLayoutMk cId="1931776863" sldId="2147484312"/>
          </pc:sldLayoutMkLst>
          <pc:spChg chg="add mod">
            <ac:chgData name="Ashley" userId="233c2e7fadc70c6e" providerId="LiveId" clId="{04FE89C3-F15C-4ACA-90E8-2B8F693435F1}" dt="2022-06-01T19:24:13.293" v="143"/>
            <ac:spMkLst>
              <pc:docMk/>
              <pc:sldMasterMk cId="0" sldId="2147484211"/>
              <pc:sldLayoutMk cId="1931776863" sldId="2147484312"/>
              <ac:spMk id="5" creationId="{E9697483-289B-032E-63C7-EC28C2A8CAE0}"/>
            </ac:spMkLst>
          </pc:spChg>
        </pc:sldLayoutChg>
        <pc:sldLayoutChg chg="addSp modSp">
          <pc:chgData name="Ashley" userId="233c2e7fadc70c6e" providerId="LiveId" clId="{04FE89C3-F15C-4ACA-90E8-2B8F693435F1}" dt="2022-06-01T19:24:14.709" v="144"/>
          <pc:sldLayoutMkLst>
            <pc:docMk/>
            <pc:sldMasterMk cId="0" sldId="2147484211"/>
            <pc:sldLayoutMk cId="3606411776" sldId="2147484313"/>
          </pc:sldLayoutMkLst>
          <pc:spChg chg="add mod">
            <ac:chgData name="Ashley" userId="233c2e7fadc70c6e" providerId="LiveId" clId="{04FE89C3-F15C-4ACA-90E8-2B8F693435F1}" dt="2022-06-01T19:24:14.709" v="144"/>
            <ac:spMkLst>
              <pc:docMk/>
              <pc:sldMasterMk cId="0" sldId="2147484211"/>
              <pc:sldLayoutMk cId="3606411776" sldId="2147484313"/>
              <ac:spMk id="4" creationId="{F861B726-B043-0A5E-3F79-9650B6E2BBFF}"/>
            </ac:spMkLst>
          </pc:spChg>
        </pc:sldLayoutChg>
        <pc:sldLayoutChg chg="addSp modSp">
          <pc:chgData name="Ashley" userId="233c2e7fadc70c6e" providerId="LiveId" clId="{04FE89C3-F15C-4ACA-90E8-2B8F693435F1}" dt="2022-06-01T19:24:16.037" v="145"/>
          <pc:sldLayoutMkLst>
            <pc:docMk/>
            <pc:sldMasterMk cId="0" sldId="2147484211"/>
            <pc:sldLayoutMk cId="241903841" sldId="2147484314"/>
          </pc:sldLayoutMkLst>
          <pc:spChg chg="add mod">
            <ac:chgData name="Ashley" userId="233c2e7fadc70c6e" providerId="LiveId" clId="{04FE89C3-F15C-4ACA-90E8-2B8F693435F1}" dt="2022-06-01T19:24:16.037" v="145"/>
            <ac:spMkLst>
              <pc:docMk/>
              <pc:sldMasterMk cId="0" sldId="2147484211"/>
              <pc:sldLayoutMk cId="241903841" sldId="2147484314"/>
              <ac:spMk id="4" creationId="{6D8B31E5-4357-50E4-869A-1A98BE3086EB}"/>
            </ac:spMkLst>
          </pc:spChg>
        </pc:sldLayoutChg>
        <pc:sldLayoutChg chg="addSp modSp">
          <pc:chgData name="Ashley" userId="233c2e7fadc70c6e" providerId="LiveId" clId="{04FE89C3-F15C-4ACA-90E8-2B8F693435F1}" dt="2022-06-01T19:24:03.760" v="140"/>
          <pc:sldLayoutMkLst>
            <pc:docMk/>
            <pc:sldMasterMk cId="0" sldId="2147484211"/>
            <pc:sldLayoutMk cId="2092005676" sldId="2147484326"/>
          </pc:sldLayoutMkLst>
          <pc:spChg chg="add mod">
            <ac:chgData name="Ashley" userId="233c2e7fadc70c6e" providerId="LiveId" clId="{04FE89C3-F15C-4ACA-90E8-2B8F693435F1}" dt="2022-06-01T19:24:03.760" v="140"/>
            <ac:spMkLst>
              <pc:docMk/>
              <pc:sldMasterMk cId="0" sldId="2147484211"/>
              <pc:sldLayoutMk cId="2092005676" sldId="2147484326"/>
              <ac:spMk id="13" creationId="{7A67D77B-907B-92AC-F30D-E198449E48E6}"/>
            </ac:spMkLst>
          </pc:spChg>
        </pc:sldLayoutChg>
        <pc:sldLayoutChg chg="addSp modSp mod">
          <pc:chgData name="Ashley" userId="233c2e7fadc70c6e" providerId="LiveId" clId="{04FE89C3-F15C-4ACA-90E8-2B8F693435F1}" dt="2022-06-01T19:24:10.107" v="142" actId="1036"/>
          <pc:sldLayoutMkLst>
            <pc:docMk/>
            <pc:sldMasterMk cId="0" sldId="2147484211"/>
            <pc:sldLayoutMk cId="1999634027" sldId="2147484328"/>
          </pc:sldLayoutMkLst>
          <pc:spChg chg="add mod">
            <ac:chgData name="Ashley" userId="233c2e7fadc70c6e" providerId="LiveId" clId="{04FE89C3-F15C-4ACA-90E8-2B8F693435F1}" dt="2022-06-01T19:24:10.107" v="142" actId="1036"/>
            <ac:spMkLst>
              <pc:docMk/>
              <pc:sldMasterMk cId="0" sldId="2147484211"/>
              <pc:sldLayoutMk cId="1999634027" sldId="2147484328"/>
              <ac:spMk id="11" creationId="{CFBD28F3-B37B-78E5-1AEE-E8F682585D1F}"/>
            </ac:spMkLst>
          </pc:spChg>
        </pc:sldLayoutChg>
        <pc:sldLayoutChg chg="addSp modSp">
          <pc:chgData name="Ashley" userId="233c2e7fadc70c6e" providerId="LiveId" clId="{04FE89C3-F15C-4ACA-90E8-2B8F693435F1}" dt="2022-06-01T19:24:18.947" v="146"/>
          <pc:sldLayoutMkLst>
            <pc:docMk/>
            <pc:sldMasterMk cId="0" sldId="2147484211"/>
            <pc:sldLayoutMk cId="1582684475" sldId="2147484329"/>
          </pc:sldLayoutMkLst>
          <pc:spChg chg="add mod">
            <ac:chgData name="Ashley" userId="233c2e7fadc70c6e" providerId="LiveId" clId="{04FE89C3-F15C-4ACA-90E8-2B8F693435F1}" dt="2022-06-01T19:24:18.947" v="146"/>
            <ac:spMkLst>
              <pc:docMk/>
              <pc:sldMasterMk cId="0" sldId="2147484211"/>
              <pc:sldLayoutMk cId="1582684475" sldId="2147484329"/>
              <ac:spMk id="5" creationId="{95B7216F-172E-4C64-578E-1EB46590AAE4}"/>
            </ac:spMkLst>
          </pc:spChg>
        </pc:sldLayoutChg>
      </pc:sldMasterChg>
      <pc:sldMasterChg chg="addSp modSp">
        <pc:chgData name="Ashley" userId="233c2e7fadc70c6e" providerId="LiveId" clId="{04FE89C3-F15C-4ACA-90E8-2B8F693435F1}" dt="2022-06-01T19:24:20.038" v="147"/>
        <pc:sldMasterMkLst>
          <pc:docMk/>
          <pc:sldMasterMk cId="0" sldId="2147484280"/>
        </pc:sldMasterMkLst>
        <pc:spChg chg="add mod">
          <ac:chgData name="Ashley" userId="233c2e7fadc70c6e" providerId="LiveId" clId="{04FE89C3-F15C-4ACA-90E8-2B8F693435F1}" dt="2022-06-01T19:24:20.038" v="147"/>
          <ac:spMkLst>
            <pc:docMk/>
            <pc:sldMasterMk cId="0" sldId="2147484280"/>
            <ac:spMk id="7" creationId="{D41C08D5-318F-17BD-614F-49846846CD31}"/>
          </ac:spMkLst>
        </pc:spChg>
      </pc:sldMasterChg>
    </pc:docChg>
  </pc:docChgLst>
  <pc:docChgLst>
    <pc:chgData name="Ashley" userId="233c2e7fadc70c6e" providerId="LiveId" clId="{A84E8C4E-4498-4EC8-842E-B8655BFA3CA4}"/>
    <pc:docChg chg="custSel addSld modSld">
      <pc:chgData name="Ashley" userId="233c2e7fadc70c6e" providerId="LiveId" clId="{A84E8C4E-4498-4EC8-842E-B8655BFA3CA4}" dt="2022-11-10T08:46:20.132" v="170" actId="20577"/>
      <pc:docMkLst>
        <pc:docMk/>
      </pc:docMkLst>
      <pc:sldChg chg="modSp">
        <pc:chgData name="Ashley" userId="233c2e7fadc70c6e" providerId="LiveId" clId="{A84E8C4E-4498-4EC8-842E-B8655BFA3CA4}" dt="2022-11-09T10:13:15.247" v="47" actId="20577"/>
        <pc:sldMkLst>
          <pc:docMk/>
          <pc:sldMk cId="0" sldId="271"/>
        </pc:sldMkLst>
        <pc:spChg chg="mod">
          <ac:chgData name="Ashley" userId="233c2e7fadc70c6e" providerId="LiveId" clId="{A84E8C4E-4498-4EC8-842E-B8655BFA3CA4}" dt="2022-11-09T10:13:15.247" v="47" actId="20577"/>
          <ac:spMkLst>
            <pc:docMk/>
            <pc:sldMk cId="0" sldId="271"/>
            <ac:spMk id="25603" creationId="{EB817C81-09F4-4DD6-86C6-F3AA64F898E5}"/>
          </ac:spMkLst>
        </pc:spChg>
      </pc:sldChg>
      <pc:sldChg chg="modSp mod">
        <pc:chgData name="Ashley" userId="233c2e7fadc70c6e" providerId="LiveId" clId="{A84E8C4E-4498-4EC8-842E-B8655BFA3CA4}" dt="2022-11-10T08:46:20.132" v="170" actId="20577"/>
        <pc:sldMkLst>
          <pc:docMk/>
          <pc:sldMk cId="0" sldId="274"/>
        </pc:sldMkLst>
        <pc:spChg chg="mod">
          <ac:chgData name="Ashley" userId="233c2e7fadc70c6e" providerId="LiveId" clId="{A84E8C4E-4498-4EC8-842E-B8655BFA3CA4}" dt="2022-11-10T08:46:20.132" v="170" actId="20577"/>
          <ac:spMkLst>
            <pc:docMk/>
            <pc:sldMk cId="0" sldId="274"/>
            <ac:spMk id="33795" creationId="{499C9A4C-0B2B-4E23-96D8-C8A4441676E9}"/>
          </ac:spMkLst>
        </pc:spChg>
      </pc:sldChg>
      <pc:sldChg chg="modSp">
        <pc:chgData name="Ashley" userId="233c2e7fadc70c6e" providerId="LiveId" clId="{A84E8C4E-4498-4EC8-842E-B8655BFA3CA4}" dt="2022-11-09T10:27:35.902" v="149" actId="108"/>
        <pc:sldMkLst>
          <pc:docMk/>
          <pc:sldMk cId="0" sldId="275"/>
        </pc:sldMkLst>
        <pc:spChg chg="mod">
          <ac:chgData name="Ashley" userId="233c2e7fadc70c6e" providerId="LiveId" clId="{A84E8C4E-4498-4EC8-842E-B8655BFA3CA4}" dt="2022-11-09T10:27:35.902" v="149" actId="108"/>
          <ac:spMkLst>
            <pc:docMk/>
            <pc:sldMk cId="0" sldId="275"/>
            <ac:spMk id="63491" creationId="{B55D01F5-2B96-4968-885E-5327F3EC7B0F}"/>
          </ac:spMkLst>
        </pc:spChg>
      </pc:sldChg>
      <pc:sldChg chg="modSp">
        <pc:chgData name="Ashley" userId="233c2e7fadc70c6e" providerId="LiveId" clId="{A84E8C4E-4498-4EC8-842E-B8655BFA3CA4}" dt="2022-11-09T10:14:47.838" v="148" actId="1076"/>
        <pc:sldMkLst>
          <pc:docMk/>
          <pc:sldMk cId="0" sldId="279"/>
        </pc:sldMkLst>
        <pc:spChg chg="mod">
          <ac:chgData name="Ashley" userId="233c2e7fadc70c6e" providerId="LiveId" clId="{A84E8C4E-4498-4EC8-842E-B8655BFA3CA4}" dt="2022-11-09T10:14:47.838" v="148" actId="1076"/>
          <ac:spMkLst>
            <pc:docMk/>
            <pc:sldMk cId="0" sldId="279"/>
            <ac:spMk id="28675" creationId="{CEB443E8-7832-449E-92E0-0308AB98D8D9}"/>
          </ac:spMkLst>
        </pc:spChg>
      </pc:sldChg>
      <pc:sldChg chg="add">
        <pc:chgData name="Ashley" userId="233c2e7fadc70c6e" providerId="LiveId" clId="{A84E8C4E-4498-4EC8-842E-B8655BFA3CA4}" dt="2022-11-09T10:27:38.908" v="150"/>
        <pc:sldMkLst>
          <pc:docMk/>
          <pc:sldMk cId="530685938" sldId="3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53B52F1-4D26-4A84-9315-7A1581F2119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fontAlgn="auto" hangingPunct="0">
              <a:spcBef>
                <a:spcPts val="0"/>
              </a:spcBef>
              <a:spcAft>
                <a:spcPts val="0"/>
              </a:spcAft>
              <a:defRPr sz="1200">
                <a:latin typeface="Arial" pitchFamily="34" charset="0"/>
              </a:defRPr>
            </a:lvl1pPr>
          </a:lstStyle>
          <a:p>
            <a:pPr>
              <a:defRPr/>
            </a:pPr>
            <a:endParaRPr lang="en-US" altLang="en-US"/>
          </a:p>
        </p:txBody>
      </p:sp>
      <p:sp>
        <p:nvSpPr>
          <p:cNvPr id="29699" name="Rectangle 3">
            <a:extLst>
              <a:ext uri="{FF2B5EF4-FFF2-40B4-BE49-F238E27FC236}">
                <a16:creationId xmlns:a16="http://schemas.microsoft.com/office/drawing/2014/main" id="{FADDE1E5-ADB9-47F5-A4CA-6E7C4BFC19BC}"/>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fontAlgn="auto" hangingPunct="0">
              <a:spcBef>
                <a:spcPts val="0"/>
              </a:spcBef>
              <a:spcAft>
                <a:spcPts val="0"/>
              </a:spcAft>
              <a:defRPr sz="1200">
                <a:latin typeface="Arial" pitchFamily="34" charset="0"/>
              </a:defRPr>
            </a:lvl1pPr>
          </a:lstStyle>
          <a:p>
            <a:pPr>
              <a:defRPr/>
            </a:pPr>
            <a:fld id="{218527C8-BA4E-4439-961D-61E57D91D011}" type="datetime1">
              <a:rPr lang="en-US" altLang="en-US"/>
              <a:pPr>
                <a:defRPr/>
              </a:pPr>
              <a:t>2/7/2023</a:t>
            </a:fld>
            <a:endParaRPr lang="en-US" altLang="en-US"/>
          </a:p>
        </p:txBody>
      </p:sp>
      <p:sp>
        <p:nvSpPr>
          <p:cNvPr id="23556" name="Rectangle 4">
            <a:extLst>
              <a:ext uri="{FF2B5EF4-FFF2-40B4-BE49-F238E27FC236}">
                <a16:creationId xmlns:a16="http://schemas.microsoft.com/office/drawing/2014/main" id="{02DEE35D-5DE0-42F0-9C89-D8F08AE6016A}"/>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701" name="Rectangle 5">
            <a:extLst>
              <a:ext uri="{FF2B5EF4-FFF2-40B4-BE49-F238E27FC236}">
                <a16:creationId xmlns:a16="http://schemas.microsoft.com/office/drawing/2014/main" id="{FE8CAA3D-5985-416C-B48B-5FFE7E2C91CE}"/>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9702" name="Rectangle 6">
            <a:extLst>
              <a:ext uri="{FF2B5EF4-FFF2-40B4-BE49-F238E27FC236}">
                <a16:creationId xmlns:a16="http://schemas.microsoft.com/office/drawing/2014/main" id="{2338602B-1654-4428-BAE0-E38A5CC655B5}"/>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fontAlgn="auto" hangingPunct="0">
              <a:spcBef>
                <a:spcPts val="0"/>
              </a:spcBef>
              <a:spcAft>
                <a:spcPts val="0"/>
              </a:spcAft>
              <a:defRPr sz="1200">
                <a:latin typeface="Arial" pitchFamily="34" charset="0"/>
              </a:defRPr>
            </a:lvl1pPr>
          </a:lstStyle>
          <a:p>
            <a:pPr>
              <a:defRPr/>
            </a:pPr>
            <a:endParaRPr lang="en-US" altLang="en-US"/>
          </a:p>
        </p:txBody>
      </p:sp>
      <p:sp>
        <p:nvSpPr>
          <p:cNvPr id="29703" name="Rectangle 7">
            <a:extLst>
              <a:ext uri="{FF2B5EF4-FFF2-40B4-BE49-F238E27FC236}">
                <a16:creationId xmlns:a16="http://schemas.microsoft.com/office/drawing/2014/main" id="{33DB03EF-AC98-454A-A5AE-5C3C73F2D60C}"/>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47808D06-6BE5-4F4D-806D-2089E976042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527682BF-7493-4AD9-9A90-FE3D937FCF0B}"/>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5BA00E85-9C05-49EF-89F9-264CC3995103}"/>
              </a:ext>
            </a:extLst>
          </p:cNvPr>
          <p:cNvSpPr>
            <a:spLocks noGrp="1"/>
          </p:cNvSpPr>
          <p:nvPr>
            <p:ph type="body" idx="1"/>
          </p:nvPr>
        </p:nvSpPr>
        <p:spPr/>
        <p:txBody>
          <a:bodyPr/>
          <a:lstStyle/>
          <a:p>
            <a:pPr>
              <a:defRPr/>
            </a:pPr>
            <a:r>
              <a:rPr lang="en-US" dirty="0"/>
              <a:t>Learning Outcomes</a:t>
            </a:r>
          </a:p>
          <a:p>
            <a:pPr marL="171450" indent="-171450">
              <a:buFont typeface="Arial" panose="020B0604020202020204" pitchFamily="34" charset="0"/>
              <a:buChar char="•"/>
              <a:defRPr/>
            </a:pPr>
            <a:r>
              <a:rPr lang="en-US" dirty="0"/>
              <a:t>The chapter begins by explaining how context and purpose affect the quality of an interpretation.</a:t>
            </a:r>
          </a:p>
          <a:p>
            <a:pPr marL="171450" indent="-171450">
              <a:buFont typeface="Arial" panose="020B0604020202020204" pitchFamily="34" charset="0"/>
              <a:buChar char="•"/>
              <a:defRPr/>
            </a:pPr>
            <a:r>
              <a:rPr lang="en-US" dirty="0"/>
              <a:t>It continues on to explain the conditions under which vagueness and ambiguity become problematic, clarify your explanation with examples.</a:t>
            </a:r>
          </a:p>
          <a:p>
            <a:pPr marL="171450" indent="-171450">
              <a:buFont typeface="Arial" panose="020B0604020202020204" pitchFamily="34" charset="0"/>
              <a:buChar char="•"/>
              <a:defRPr/>
            </a:pPr>
            <a:r>
              <a:rPr lang="en-US" dirty="0"/>
              <a:t>It further moves on to apply five strategies to effectively resolve problematic vagueness and ambiguity.</a:t>
            </a:r>
          </a:p>
          <a:p>
            <a:pPr>
              <a:defRPr/>
            </a:pPr>
            <a:endParaRPr lang="en-IN" dirty="0"/>
          </a:p>
        </p:txBody>
      </p:sp>
      <p:sp>
        <p:nvSpPr>
          <p:cNvPr id="26628" name="Slide Number Placeholder 3">
            <a:extLst>
              <a:ext uri="{FF2B5EF4-FFF2-40B4-BE49-F238E27FC236}">
                <a16:creationId xmlns:a16="http://schemas.microsoft.com/office/drawing/2014/main" id="{DD33BE6D-A65D-46B3-8297-3E0265C6E77B}"/>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B79BA57-B909-403A-AB46-6B1DD7882FC3}" type="slidenum">
              <a:rPr lang="en-US" altLang="en-US" smtClean="0">
                <a:ea typeface="ＭＳ Ｐゴシック" panose="020B0600070205080204" pitchFamily="34" charset="-128"/>
              </a:rPr>
              <a:pPr fontAlgn="base">
                <a:spcBef>
                  <a:spcPct val="0"/>
                </a:spcBef>
                <a:spcAft>
                  <a:spcPct val="0"/>
                </a:spcAft>
              </a:pPr>
              <a:t>2</a:t>
            </a:fld>
            <a:endParaRPr lang="en-US" altLang="en-US">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E5825785-3003-4D45-8139-00EF228DDD6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CE9F755B-B0BB-415A-95F1-B605AA2A8C36}"/>
              </a:ext>
            </a:extLst>
          </p:cNvPr>
          <p:cNvSpPr>
            <a:spLocks noGrp="1"/>
          </p:cNvSpPr>
          <p:nvPr>
            <p:ph type="body" idx="1"/>
          </p:nvPr>
        </p:nvSpPr>
        <p:spPr/>
        <p:txBody>
          <a:bodyPr/>
          <a:lstStyle/>
          <a:p>
            <a:pPr eaLnBrk="1" hangingPunct="1">
              <a:defRPr/>
            </a:pPr>
            <a:r>
              <a:rPr lang="en-US" dirty="0"/>
              <a:t>But, Clear Enough for What?</a:t>
            </a:r>
          </a:p>
          <a:p>
            <a:pPr marL="171450" indent="-171450" eaLnBrk="1" hangingPunct="1">
              <a:buFont typeface="Arial" panose="020B0604020202020204" pitchFamily="34" charset="0"/>
              <a:buChar char="•"/>
              <a:defRPr/>
            </a:pPr>
            <a:r>
              <a:rPr lang="en-IN" dirty="0"/>
              <a:t>Clarity depends on purpose and context of the communication.</a:t>
            </a:r>
          </a:p>
          <a:p>
            <a:pPr marL="628650" lvl="1" indent="-171450" eaLnBrk="1" hangingPunct="1">
              <a:buFont typeface="Arial" panose="020B0604020202020204" pitchFamily="34" charset="0"/>
              <a:buChar char="•"/>
              <a:defRPr/>
            </a:pPr>
            <a:r>
              <a:rPr lang="en-US" dirty="0"/>
              <a:t>First rule of fair-minded interpretation is to be sensitive to context and purpose.</a:t>
            </a:r>
          </a:p>
          <a:p>
            <a:pPr marL="171450" indent="-171450" eaLnBrk="1" hangingPunct="1">
              <a:buFont typeface="Arial" panose="020B0604020202020204" pitchFamily="34" charset="0"/>
              <a:buChar char="•"/>
              <a:defRPr/>
            </a:pPr>
            <a:r>
              <a:rPr lang="en-US" dirty="0"/>
              <a:t>Strong critical thinkers use interpretive questions to reveal context and purpose.</a:t>
            </a:r>
          </a:p>
          <a:p>
            <a:pPr marL="628650" lvl="1" indent="-171450" eaLnBrk="1" hangingPunct="1">
              <a:buFont typeface="Arial" panose="020B0604020202020204" pitchFamily="34" charset="0"/>
              <a:buChar char="•"/>
              <a:defRPr/>
            </a:pPr>
            <a:r>
              <a:rPr lang="en-US" dirty="0"/>
              <a:t>What values, beliefs, events, or issues were important enough to motivate the author to initiate communication?</a:t>
            </a:r>
            <a:endParaRPr lang="en-US" sz="1600" dirty="0"/>
          </a:p>
          <a:p>
            <a:pPr marL="628650" lvl="1" indent="-171450" eaLnBrk="1" hangingPunct="1">
              <a:buFont typeface="Arial" panose="020B0604020202020204" pitchFamily="34" charset="0"/>
              <a:buChar char="•"/>
              <a:defRPr/>
            </a:pPr>
            <a:r>
              <a:rPr lang="en-US" dirty="0"/>
              <a:t>Who was the author’s intended audience?</a:t>
            </a:r>
            <a:endParaRPr lang="en-US" sz="1600" dirty="0"/>
          </a:p>
          <a:p>
            <a:pPr marL="628650" lvl="1" indent="-171450" eaLnBrk="1" hangingPunct="1">
              <a:buFont typeface="Arial" panose="020B0604020202020204" pitchFamily="34" charset="0"/>
              <a:buChar char="•"/>
              <a:defRPr/>
            </a:pPr>
            <a:r>
              <a:rPr lang="en-US" dirty="0"/>
              <a:t>What did the author intend to communicate?</a:t>
            </a:r>
            <a:endParaRPr lang="en-US" sz="1600" dirty="0"/>
          </a:p>
          <a:p>
            <a:pPr marL="628650" lvl="1" indent="-171450" eaLnBrk="1" hangingPunct="1">
              <a:buFont typeface="Arial" panose="020B0604020202020204" pitchFamily="34" charset="0"/>
              <a:buChar char="•"/>
              <a:defRPr/>
            </a:pPr>
            <a:r>
              <a:rPr lang="en-US" dirty="0"/>
              <a:t>Given the context and the intended audience, what did the author believe that audience already knew?</a:t>
            </a:r>
          </a:p>
          <a:p>
            <a:pPr marL="628650" lvl="1" indent="-171450" eaLnBrk="1" hangingPunct="1">
              <a:buFont typeface="Arial" panose="020B0604020202020204" pitchFamily="34" charset="0"/>
              <a:buChar char="•"/>
              <a:defRPr/>
            </a:pPr>
            <a:r>
              <a:rPr lang="en-US" dirty="0"/>
              <a:t>Can also be applied to non-verbal communication.</a:t>
            </a:r>
          </a:p>
          <a:p>
            <a:pPr marL="1085850" lvl="2" indent="-171450" eaLnBrk="1" hangingPunct="1">
              <a:buFont typeface="Arial" panose="020B0604020202020204" pitchFamily="34" charset="0"/>
              <a:buChar char="•"/>
              <a:defRPr/>
            </a:pPr>
            <a:r>
              <a:rPr lang="en-US" dirty="0"/>
              <a:t>Some icons are meaningful only to certain members of particular communities as they know their purpose and context of use.</a:t>
            </a:r>
          </a:p>
          <a:p>
            <a:pPr marL="171450" indent="-171450" eaLnBrk="1" hangingPunct="1">
              <a:buFont typeface="Arial" panose="020B0604020202020204" pitchFamily="34" charset="0"/>
              <a:buChar char="•"/>
              <a:defRPr/>
            </a:pPr>
            <a:endParaRPr lang="en-US" dirty="0"/>
          </a:p>
          <a:p>
            <a:pPr eaLnBrk="1" hangingPunct="1">
              <a:defRPr/>
            </a:pPr>
            <a:endParaRPr lang="en-US" dirty="0"/>
          </a:p>
        </p:txBody>
      </p:sp>
      <p:sp>
        <p:nvSpPr>
          <p:cNvPr id="30724" name="Slide Number Placeholder 3">
            <a:extLst>
              <a:ext uri="{FF2B5EF4-FFF2-40B4-BE49-F238E27FC236}">
                <a16:creationId xmlns:a16="http://schemas.microsoft.com/office/drawing/2014/main" id="{85E053FA-F58E-4BF0-8416-E70EEB42FB8C}"/>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93F3F01C-8375-4460-9529-2FA872E76881}" type="slidenum">
              <a:rPr lang="en-US" altLang="en-US" smtClean="0">
                <a:latin typeface="Arial" panose="020B0604020202020204" pitchFamily="34" charset="0"/>
                <a:cs typeface="Arial" panose="020B0604020202020204" pitchFamily="34" charset="0"/>
              </a:rPr>
              <a:pPr fontAlgn="base">
                <a:spcBef>
                  <a:spcPct val="0"/>
                </a:spcBef>
                <a:spcAft>
                  <a:spcPct val="0"/>
                </a:spcAft>
              </a:pPr>
              <a:t>3</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2E10264D-25C0-4B66-A117-C29C3D713E5C}"/>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CE9F755B-B0BB-415A-95F1-B605AA2A8C36}"/>
              </a:ext>
            </a:extLst>
          </p:cNvPr>
          <p:cNvSpPr>
            <a:spLocks noGrp="1"/>
          </p:cNvSpPr>
          <p:nvPr>
            <p:ph type="body" idx="1"/>
          </p:nvPr>
        </p:nvSpPr>
        <p:spPr/>
        <p:txBody>
          <a:bodyPr/>
          <a:lstStyle/>
          <a:p>
            <a:pPr eaLnBrk="1" hangingPunct="1">
              <a:defRPr/>
            </a:pPr>
            <a:r>
              <a:rPr lang="en-GB" dirty="0"/>
              <a:t>When we read text that was originally written at a different time and/or within a different culture, often we need to work to understand context. For example, understanding religious texts in the </a:t>
            </a:r>
            <a:r>
              <a:rPr lang="en-GB" dirty="0" err="1"/>
              <a:t>Abrahmic</a:t>
            </a:r>
            <a:r>
              <a:rPr lang="en-GB" dirty="0"/>
              <a:t> religions (Judaism, Christianity, Islam) often requires some understanding of what life was like at the time that they were written, since they reference agricultural metaphors, using oil to light lamps, etc. to illustrate religious concepts.</a:t>
            </a:r>
            <a:endParaRPr lang="en-US" dirty="0"/>
          </a:p>
          <a:p>
            <a:pPr marL="171450" indent="-171450" eaLnBrk="1" hangingPunct="1">
              <a:buFont typeface="Arial" panose="020B0604020202020204" pitchFamily="34" charset="0"/>
              <a:buChar char="•"/>
              <a:defRPr/>
            </a:pPr>
            <a:endParaRPr lang="en-US" dirty="0"/>
          </a:p>
          <a:p>
            <a:pPr eaLnBrk="1" hangingPunct="1">
              <a:defRPr/>
            </a:pPr>
            <a:endParaRPr lang="en-US" dirty="0"/>
          </a:p>
        </p:txBody>
      </p:sp>
      <p:sp>
        <p:nvSpPr>
          <p:cNvPr id="32772" name="Slide Number Placeholder 3">
            <a:extLst>
              <a:ext uri="{FF2B5EF4-FFF2-40B4-BE49-F238E27FC236}">
                <a16:creationId xmlns:a16="http://schemas.microsoft.com/office/drawing/2014/main" id="{1170144E-7A25-4515-86A2-F277C795C3F6}"/>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8F0591ED-9B3E-4F25-AD83-5C491D26FA8D}" type="slidenum">
              <a:rPr lang="en-US" altLang="en-US" smtClean="0">
                <a:latin typeface="Arial" panose="020B0604020202020204" pitchFamily="34" charset="0"/>
                <a:cs typeface="Arial" panose="020B0604020202020204" pitchFamily="34" charset="0"/>
              </a:rPr>
              <a:pPr fontAlgn="base">
                <a:spcBef>
                  <a:spcPct val="0"/>
                </a:spcBef>
                <a:spcAft>
                  <a:spcPct val="0"/>
                </a:spcAft>
              </a:pPr>
              <a:t>4</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DFAF4AA-7ACA-4C6B-B5F0-923626D8EADF}"/>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DDB560B2-652F-46B2-8A26-AB6D83A4E27D}"/>
              </a:ext>
            </a:extLst>
          </p:cNvPr>
          <p:cNvSpPr>
            <a:spLocks noGrp="1"/>
          </p:cNvSpPr>
          <p:nvPr>
            <p:ph type="body" idx="1"/>
          </p:nvPr>
        </p:nvSpPr>
        <p:spPr/>
        <p:txBody>
          <a:bodyPr/>
          <a:lstStyle/>
          <a:p>
            <a:pPr eaLnBrk="1" hangingPunct="1">
              <a:defRPr/>
            </a:pPr>
            <a:r>
              <a:rPr lang="en-US" dirty="0"/>
              <a:t>When Vagueness or Ambiguity Cause Misunderstandings </a:t>
            </a:r>
          </a:p>
          <a:p>
            <a:pPr marL="171450" indent="-171450" eaLnBrk="1" hangingPunct="1">
              <a:buFont typeface="Arial" panose="020B0604020202020204" pitchFamily="34" charset="0"/>
              <a:buChar char="•"/>
              <a:defRPr/>
            </a:pPr>
            <a:r>
              <a:rPr lang="en-US" dirty="0"/>
              <a:t>Vagueness: Does the meaning include this case or not?</a:t>
            </a:r>
          </a:p>
          <a:p>
            <a:pPr marL="628650" lvl="1" indent="-171450" eaLnBrk="1" hangingPunct="1">
              <a:buFont typeface="Arial" panose="020B0604020202020204" pitchFamily="34" charset="0"/>
              <a:buChar char="•"/>
              <a:defRPr/>
            </a:pPr>
            <a:r>
              <a:rPr lang="en-US" dirty="0"/>
              <a:t>A generally correct statement may not be precise enough for practical purposes.</a:t>
            </a:r>
          </a:p>
          <a:p>
            <a:pPr marL="171450" indent="-171450" eaLnBrk="1" hangingPunct="1">
              <a:buFont typeface="Arial" panose="020B0604020202020204" pitchFamily="34" charset="0"/>
              <a:buChar char="•"/>
              <a:defRPr/>
            </a:pPr>
            <a:r>
              <a:rPr lang="en-US" dirty="0"/>
              <a:t>Problematic vagueness</a:t>
            </a:r>
          </a:p>
          <a:p>
            <a:pPr marL="628650" lvl="1" indent="-171450" eaLnBrk="1" hangingPunct="1">
              <a:buFont typeface="Arial" panose="020B0604020202020204" pitchFamily="34" charset="0"/>
              <a:buChar char="•"/>
              <a:defRPr/>
            </a:pPr>
            <a:r>
              <a:rPr lang="en-IN" dirty="0"/>
              <a:t>It is the characteristic of a word or expression having an imprecise meaning or unclear boundaries in a given context or for a given purpose.</a:t>
            </a:r>
          </a:p>
          <a:p>
            <a:pPr marL="171450" indent="-171450" eaLnBrk="1" hangingPunct="1">
              <a:buFont typeface="Arial" panose="020B0604020202020204" pitchFamily="34" charset="0"/>
              <a:buChar char="•"/>
              <a:defRPr/>
            </a:pPr>
            <a:r>
              <a:rPr lang="en-US" dirty="0"/>
              <a:t>Ambiguity: Which meaning are we using?</a:t>
            </a:r>
          </a:p>
          <a:p>
            <a:pPr marL="628650" lvl="1" indent="-171450" eaLnBrk="1" hangingPunct="1">
              <a:buFont typeface="Arial" panose="020B0604020202020204" pitchFamily="34" charset="0"/>
              <a:buChar char="•"/>
              <a:defRPr/>
            </a:pPr>
            <a:r>
              <a:rPr lang="en-US" dirty="0"/>
              <a:t>Context of the conversation and the purpose of the speaker, helps a person understand the speaker’s intended meaning.</a:t>
            </a:r>
          </a:p>
          <a:p>
            <a:pPr marL="171450" indent="-171450" eaLnBrk="1" hangingPunct="1">
              <a:buFont typeface="Arial" panose="020B0604020202020204" pitchFamily="34" charset="0"/>
              <a:buChar char="•"/>
              <a:defRPr/>
            </a:pPr>
            <a:r>
              <a:rPr lang="en-US" dirty="0"/>
              <a:t>Problematic ambiguity</a:t>
            </a:r>
          </a:p>
          <a:p>
            <a:pPr marL="628650" lvl="1" indent="-171450" eaLnBrk="1" hangingPunct="1">
              <a:buFont typeface="Arial" panose="020B0604020202020204" pitchFamily="34" charset="0"/>
              <a:buChar char="•"/>
              <a:defRPr/>
            </a:pPr>
            <a:r>
              <a:rPr lang="en-US" dirty="0"/>
              <a:t>Characteristic of a word or expression that gives multiple meanings.</a:t>
            </a:r>
          </a:p>
          <a:p>
            <a:pPr eaLnBrk="1" hangingPunct="1">
              <a:defRPr/>
            </a:pPr>
            <a:endParaRPr lang="en-US" dirty="0"/>
          </a:p>
        </p:txBody>
      </p:sp>
      <p:sp>
        <p:nvSpPr>
          <p:cNvPr id="34820" name="Slide Number Placeholder 3">
            <a:extLst>
              <a:ext uri="{FF2B5EF4-FFF2-40B4-BE49-F238E27FC236}">
                <a16:creationId xmlns:a16="http://schemas.microsoft.com/office/drawing/2014/main" id="{21DAD401-256F-4B0B-AB3D-AF6ED5378756}"/>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F7372494-6AD9-4DF9-9F1E-7B9863AB5FA7}" type="slidenum">
              <a:rPr lang="en-US" altLang="en-US" smtClean="0">
                <a:latin typeface="Arial" panose="020B0604020202020204" pitchFamily="34" charset="0"/>
                <a:cs typeface="Arial" panose="020B0604020202020204" pitchFamily="34" charset="0"/>
              </a:rPr>
              <a:pPr fontAlgn="base">
                <a:spcBef>
                  <a:spcPct val="0"/>
                </a:spcBef>
                <a:spcAft>
                  <a:spcPct val="0"/>
                </a:spcAft>
              </a:pPr>
              <a:t>5</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9842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5DFAF4AA-7ACA-4C6B-B5F0-923626D8EADF}"/>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DDB560B2-652F-46B2-8A26-AB6D83A4E27D}"/>
              </a:ext>
            </a:extLst>
          </p:cNvPr>
          <p:cNvSpPr>
            <a:spLocks noGrp="1"/>
          </p:cNvSpPr>
          <p:nvPr>
            <p:ph type="body" idx="1"/>
          </p:nvPr>
        </p:nvSpPr>
        <p:spPr/>
        <p:txBody>
          <a:bodyPr/>
          <a:lstStyle/>
          <a:p>
            <a:pPr eaLnBrk="1" hangingPunct="1">
              <a:defRPr/>
            </a:pPr>
            <a:r>
              <a:rPr lang="en-US" dirty="0"/>
              <a:t>When Vagueness or Ambiguity Cause Misunderstandings </a:t>
            </a:r>
          </a:p>
          <a:p>
            <a:pPr marL="171450" indent="-171450" eaLnBrk="1" hangingPunct="1">
              <a:buFont typeface="Arial" panose="020B0604020202020204" pitchFamily="34" charset="0"/>
              <a:buChar char="•"/>
              <a:defRPr/>
            </a:pPr>
            <a:r>
              <a:rPr lang="en-US" dirty="0"/>
              <a:t>Vagueness: Does the meaning include this case or not?</a:t>
            </a:r>
          </a:p>
          <a:p>
            <a:pPr marL="628650" lvl="1" indent="-171450" eaLnBrk="1" hangingPunct="1">
              <a:buFont typeface="Arial" panose="020B0604020202020204" pitchFamily="34" charset="0"/>
              <a:buChar char="•"/>
              <a:defRPr/>
            </a:pPr>
            <a:r>
              <a:rPr lang="en-US" dirty="0"/>
              <a:t>A generally correct statement may not be precise enough for practical purposes.</a:t>
            </a:r>
          </a:p>
          <a:p>
            <a:pPr marL="171450" indent="-171450" eaLnBrk="1" hangingPunct="1">
              <a:buFont typeface="Arial" panose="020B0604020202020204" pitchFamily="34" charset="0"/>
              <a:buChar char="•"/>
              <a:defRPr/>
            </a:pPr>
            <a:r>
              <a:rPr lang="en-US" dirty="0"/>
              <a:t>Problematic vagueness</a:t>
            </a:r>
          </a:p>
          <a:p>
            <a:pPr marL="628650" lvl="1" indent="-171450" eaLnBrk="1" hangingPunct="1">
              <a:buFont typeface="Arial" panose="020B0604020202020204" pitchFamily="34" charset="0"/>
              <a:buChar char="•"/>
              <a:defRPr/>
            </a:pPr>
            <a:r>
              <a:rPr lang="en-IN" dirty="0"/>
              <a:t>It is the characteristic of a word or expression having an imprecise meaning or unclear boundaries in a given context or for a given purpose.</a:t>
            </a:r>
          </a:p>
          <a:p>
            <a:pPr marL="171450" indent="-171450" eaLnBrk="1" hangingPunct="1">
              <a:buFont typeface="Arial" panose="020B0604020202020204" pitchFamily="34" charset="0"/>
              <a:buChar char="•"/>
              <a:defRPr/>
            </a:pPr>
            <a:r>
              <a:rPr lang="en-US" dirty="0"/>
              <a:t>Ambiguity: Which meaning are we using?</a:t>
            </a:r>
          </a:p>
          <a:p>
            <a:pPr marL="628650" lvl="1" indent="-171450" eaLnBrk="1" hangingPunct="1">
              <a:buFont typeface="Arial" panose="020B0604020202020204" pitchFamily="34" charset="0"/>
              <a:buChar char="•"/>
              <a:defRPr/>
            </a:pPr>
            <a:r>
              <a:rPr lang="en-US" dirty="0"/>
              <a:t>Context of the conversation and the purpose of the speaker, helps a person understand the speaker’s intended meaning.</a:t>
            </a:r>
          </a:p>
          <a:p>
            <a:pPr marL="171450" indent="-171450" eaLnBrk="1" hangingPunct="1">
              <a:buFont typeface="Arial" panose="020B0604020202020204" pitchFamily="34" charset="0"/>
              <a:buChar char="•"/>
              <a:defRPr/>
            </a:pPr>
            <a:r>
              <a:rPr lang="en-US" dirty="0"/>
              <a:t>Problematic ambiguity</a:t>
            </a:r>
          </a:p>
          <a:p>
            <a:pPr marL="628650" lvl="1" indent="-171450" eaLnBrk="1" hangingPunct="1">
              <a:buFont typeface="Arial" panose="020B0604020202020204" pitchFamily="34" charset="0"/>
              <a:buChar char="•"/>
              <a:defRPr/>
            </a:pPr>
            <a:r>
              <a:rPr lang="en-US" dirty="0"/>
              <a:t>Characteristic of a word or expression that gives multiple meanings.</a:t>
            </a:r>
          </a:p>
          <a:p>
            <a:pPr eaLnBrk="1" hangingPunct="1">
              <a:defRPr/>
            </a:pPr>
            <a:endParaRPr lang="en-US" dirty="0"/>
          </a:p>
        </p:txBody>
      </p:sp>
      <p:sp>
        <p:nvSpPr>
          <p:cNvPr id="34820" name="Slide Number Placeholder 3">
            <a:extLst>
              <a:ext uri="{FF2B5EF4-FFF2-40B4-BE49-F238E27FC236}">
                <a16:creationId xmlns:a16="http://schemas.microsoft.com/office/drawing/2014/main" id="{21DAD401-256F-4B0B-AB3D-AF6ED5378756}"/>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F7372494-6AD9-4DF9-9F1E-7B9863AB5FA7}" type="slidenum">
              <a:rPr lang="en-US" altLang="en-US" smtClean="0">
                <a:latin typeface="Arial" panose="020B0604020202020204" pitchFamily="34" charset="0"/>
                <a:cs typeface="Arial" panose="020B0604020202020204" pitchFamily="34" charset="0"/>
              </a:rPr>
              <a:pPr fontAlgn="base">
                <a:spcBef>
                  <a:spcPct val="0"/>
                </a:spcBef>
                <a:spcAft>
                  <a:spcPct val="0"/>
                </a:spcAft>
              </a:pPr>
              <a:t>6</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3B8F3FA-227C-42F4-814C-33B1A67D79EB}"/>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46B12911-2FC0-4E4C-9E7F-A260D936FCB5}"/>
              </a:ext>
            </a:extLst>
          </p:cNvPr>
          <p:cNvSpPr>
            <a:spLocks noGrp="1"/>
          </p:cNvSpPr>
          <p:nvPr>
            <p:ph type="body" idx="1"/>
          </p:nvPr>
        </p:nvSpPr>
        <p:spPr/>
        <p:txBody>
          <a:bodyPr/>
          <a:lstStyle/>
          <a:p>
            <a:pPr eaLnBrk="1" hangingPunct="1">
              <a:defRPr/>
            </a:pPr>
            <a:r>
              <a:rPr lang="en-US" altLang="en-US" dirty="0"/>
              <a:t>Problematic Vagueness</a:t>
            </a:r>
          </a:p>
          <a:p>
            <a:pPr marL="171450" indent="-171450" eaLnBrk="1" hangingPunct="1">
              <a:buFont typeface="Arial" panose="020B0604020202020204" pitchFamily="34" charset="0"/>
              <a:buChar char="•"/>
              <a:defRPr/>
            </a:pPr>
            <a:r>
              <a:rPr lang="en-US" dirty="0"/>
              <a:t>Example</a:t>
            </a:r>
          </a:p>
          <a:p>
            <a:pPr marL="628650" lvl="1" indent="-171450" eaLnBrk="1" hangingPunct="1">
              <a:buFont typeface="Arial" panose="020B0604020202020204" pitchFamily="34" charset="0"/>
              <a:buChar char="•"/>
              <a:defRPr/>
            </a:pPr>
            <a:r>
              <a:rPr lang="en-US" altLang="en-US" dirty="0"/>
              <a:t>“We have to find those who were responsible for causing this terrible car accident.” </a:t>
            </a:r>
          </a:p>
          <a:p>
            <a:pPr marL="1085850" lvl="2" indent="-171450" eaLnBrk="1" hangingPunct="1">
              <a:buFontTx/>
              <a:buChar char="•"/>
              <a:defRPr/>
            </a:pPr>
            <a:r>
              <a:rPr lang="en-US" altLang="en-US" dirty="0"/>
              <a:t>Vagueness of the expression “those who were responsible” could become the object of highly contentious legal battles.</a:t>
            </a:r>
          </a:p>
          <a:p>
            <a:pPr marL="1085850" lvl="2" indent="-171450" eaLnBrk="1" hangingPunct="1">
              <a:buFontTx/>
              <a:buChar char="•"/>
              <a:defRPr/>
            </a:pPr>
            <a:r>
              <a:rPr lang="en-US" altLang="en-US" dirty="0"/>
              <a:t>Vagueness of the term “responsible” needs to be resolved for the purposes of determining criminal and financial responsibility.</a:t>
            </a:r>
          </a:p>
          <a:p>
            <a:pPr eaLnBrk="1" hangingPunct="1">
              <a:defRPr/>
            </a:pPr>
            <a:endParaRPr lang="en-US" altLang="en-US" dirty="0"/>
          </a:p>
          <a:p>
            <a:pPr eaLnBrk="1" hangingPunct="1">
              <a:defRPr/>
            </a:pPr>
            <a:r>
              <a:rPr lang="en-US" dirty="0"/>
              <a:t>Vagueness can also occur when a </a:t>
            </a:r>
            <a:r>
              <a:rPr lang="en-IN" dirty="0"/>
              <a:t>generally correct statement is not precise enough for practical purposes.</a:t>
            </a:r>
          </a:p>
          <a:p>
            <a:pPr marL="628650" lvl="1" indent="-171450" eaLnBrk="1" hangingPunct="1">
              <a:buFont typeface="Arial" panose="020B0604020202020204" pitchFamily="34" charset="0"/>
              <a:buChar char="•"/>
              <a:defRPr/>
            </a:pPr>
            <a:r>
              <a:rPr lang="en-US" dirty="0"/>
              <a:t>Example - It is common sense that one should not bring animals to the airport but a guide dog is an assistance animal, which people </a:t>
            </a:r>
            <a:r>
              <a:rPr lang="en-IN" dirty="0"/>
              <a:t>would not intend to prohibit.</a:t>
            </a:r>
          </a:p>
          <a:p>
            <a:pPr marL="171450" indent="-171450" eaLnBrk="1" hangingPunct="1">
              <a:buFont typeface="Arial" panose="020B0604020202020204" pitchFamily="34" charset="0"/>
              <a:buChar char="•"/>
              <a:defRPr/>
            </a:pPr>
            <a:r>
              <a:rPr lang="en-US" b="1" dirty="0"/>
              <a:t>Problematic vagueness</a:t>
            </a:r>
          </a:p>
          <a:p>
            <a:pPr marL="628650" lvl="1" indent="-171450" eaLnBrk="1" hangingPunct="1">
              <a:buFont typeface="Arial" panose="020B0604020202020204" pitchFamily="34" charset="0"/>
              <a:buChar char="•"/>
              <a:defRPr/>
            </a:pPr>
            <a:r>
              <a:rPr lang="en-IN" dirty="0"/>
              <a:t>Considered relative to the context within which and purposes for which the term is being used.</a:t>
            </a:r>
            <a:endParaRPr lang="en-US" dirty="0"/>
          </a:p>
          <a:p>
            <a:pPr eaLnBrk="1" hangingPunct="1">
              <a:defRPr/>
            </a:pPr>
            <a:endParaRPr lang="en-US" altLang="en-US" dirty="0"/>
          </a:p>
        </p:txBody>
      </p:sp>
      <p:sp>
        <p:nvSpPr>
          <p:cNvPr id="36868" name="Slide Number Placeholder 3">
            <a:extLst>
              <a:ext uri="{FF2B5EF4-FFF2-40B4-BE49-F238E27FC236}">
                <a16:creationId xmlns:a16="http://schemas.microsoft.com/office/drawing/2014/main" id="{C8E41AE4-EBDD-4E87-A28E-811C0850C983}"/>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0B2677A3-E55E-49F1-BB9D-C39EAAF9639C}" type="slidenum">
              <a:rPr lang="en-US" altLang="en-US" smtClean="0">
                <a:latin typeface="Arial" panose="020B0604020202020204" pitchFamily="34" charset="0"/>
                <a:cs typeface="Arial" panose="020B0604020202020204" pitchFamily="34" charset="0"/>
              </a:rPr>
              <a:pPr fontAlgn="base">
                <a:spcBef>
                  <a:spcPct val="0"/>
                </a:spcBef>
                <a:spcAft>
                  <a:spcPct val="0"/>
                </a:spcAft>
              </a:pPr>
              <a:t>7</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B884D7E5-376E-49C8-8748-32D1E59CB037}"/>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B80DB55C-08C9-4237-8535-A206754FC669}"/>
              </a:ext>
            </a:extLst>
          </p:cNvPr>
          <p:cNvSpPr>
            <a:spLocks noGrp="1"/>
          </p:cNvSpPr>
          <p:nvPr>
            <p:ph type="body" idx="1"/>
          </p:nvPr>
        </p:nvSpPr>
        <p:spPr/>
        <p:txBody>
          <a:bodyPr/>
          <a:lstStyle/>
          <a:p>
            <a:pPr eaLnBrk="1" hangingPunct="1">
              <a:defRPr/>
            </a:pPr>
            <a:r>
              <a:rPr lang="en-US" altLang="en-US" dirty="0"/>
              <a:t>Ambiguity: Which Meaning are we Using?</a:t>
            </a:r>
          </a:p>
          <a:p>
            <a:pPr marL="171450" indent="-171450" eaLnBrk="1" hangingPunct="1">
              <a:buFont typeface="Arial" panose="020B0604020202020204" pitchFamily="34" charset="0"/>
              <a:buChar char="•"/>
              <a:defRPr/>
            </a:pPr>
            <a:r>
              <a:rPr lang="en-US" dirty="0"/>
              <a:t>A word, expression, or statement that has more than one meaning.</a:t>
            </a:r>
          </a:p>
          <a:p>
            <a:pPr marL="628650" lvl="1" indent="-171450" eaLnBrk="1" hangingPunct="1">
              <a:buFont typeface="Arial" panose="020B0604020202020204" pitchFamily="34" charset="0"/>
              <a:buChar char="•"/>
              <a:defRPr/>
            </a:pPr>
            <a:r>
              <a:rPr lang="en-US" dirty="0"/>
              <a:t>Knowing the context of the conversation and the purpose of the speaker, one can pick out the speaker’s intended meaning.</a:t>
            </a:r>
            <a:endParaRPr lang="en-US" altLang="en-US" dirty="0"/>
          </a:p>
          <a:p>
            <a:pPr marL="171450" indent="-171450" eaLnBrk="1" hangingPunct="1">
              <a:buFont typeface="Arial" panose="020B0604020202020204" pitchFamily="34" charset="0"/>
              <a:buChar char="•"/>
              <a:defRPr/>
            </a:pPr>
            <a:r>
              <a:rPr lang="en-IN" altLang="en-US" dirty="0"/>
              <a:t>Examples</a:t>
            </a:r>
          </a:p>
          <a:p>
            <a:pPr marL="628650" lvl="1" indent="-171450" eaLnBrk="1" hangingPunct="1">
              <a:buFont typeface="Arial" panose="020B0604020202020204" pitchFamily="34" charset="0"/>
              <a:buChar char="•"/>
              <a:defRPr/>
            </a:pPr>
            <a:r>
              <a:rPr lang="en-IN" altLang="en-US" dirty="0"/>
              <a:t>“Heads up!”</a:t>
            </a:r>
          </a:p>
          <a:p>
            <a:pPr marL="1085850" lvl="2" indent="-171450" eaLnBrk="1" hangingPunct="1">
              <a:buFont typeface="Arial" panose="020B0604020202020204" pitchFamily="34" charset="0"/>
              <a:buChar char="•"/>
              <a:defRPr/>
            </a:pPr>
            <a:r>
              <a:rPr lang="en-IN" altLang="en-US" dirty="0"/>
              <a:t>In a baseball game, it is </a:t>
            </a:r>
            <a:r>
              <a:rPr lang="en-US" dirty="0"/>
              <a:t>a warning to duck.</a:t>
            </a:r>
            <a:endParaRPr lang="en-IN" dirty="0"/>
          </a:p>
          <a:p>
            <a:pPr marL="628650" lvl="1" indent="-171450" eaLnBrk="1" hangingPunct="1">
              <a:buFont typeface="Arial" panose="020B0604020202020204" pitchFamily="34" charset="0"/>
              <a:buChar char="•"/>
              <a:defRPr/>
            </a:pPr>
            <a:r>
              <a:rPr lang="en-IN" altLang="en-US" dirty="0"/>
              <a:t>“That’s sick!”</a:t>
            </a:r>
          </a:p>
          <a:p>
            <a:pPr marL="1085850" lvl="2" indent="-171450" eaLnBrk="1" hangingPunct="1">
              <a:buFont typeface="Arial" panose="020B0604020202020204" pitchFamily="34" charset="0"/>
              <a:buChar char="•"/>
              <a:defRPr/>
            </a:pPr>
            <a:r>
              <a:rPr lang="en-US" dirty="0"/>
              <a:t>Slang in some high schools for “That’s terrific.”</a:t>
            </a:r>
            <a:r>
              <a:rPr lang="en-IN" altLang="en-US" dirty="0"/>
              <a:t> </a:t>
            </a:r>
          </a:p>
        </p:txBody>
      </p:sp>
      <p:sp>
        <p:nvSpPr>
          <p:cNvPr id="38916" name="Slide Number Placeholder 3">
            <a:extLst>
              <a:ext uri="{FF2B5EF4-FFF2-40B4-BE49-F238E27FC236}">
                <a16:creationId xmlns:a16="http://schemas.microsoft.com/office/drawing/2014/main" id="{F9F5A079-6393-4A09-AA54-C51A91999C59}"/>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EA37EB6C-0189-469F-B1C6-58540A1EF5A0}" type="slidenum">
              <a:rPr lang="en-US" altLang="en-US" smtClean="0">
                <a:latin typeface="Arial" panose="020B0604020202020204" pitchFamily="34" charset="0"/>
                <a:cs typeface="Arial" panose="020B0604020202020204" pitchFamily="34" charset="0"/>
              </a:rPr>
              <a:pPr fontAlgn="base">
                <a:spcBef>
                  <a:spcPct val="0"/>
                </a:spcBef>
                <a:spcAft>
                  <a:spcPct val="0"/>
                </a:spcAft>
              </a:pPr>
              <a:t>8</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B884D7E5-376E-49C8-8748-32D1E59CB037}"/>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B80DB55C-08C9-4237-8535-A206754FC669}"/>
              </a:ext>
            </a:extLst>
          </p:cNvPr>
          <p:cNvSpPr>
            <a:spLocks noGrp="1"/>
          </p:cNvSpPr>
          <p:nvPr>
            <p:ph type="body" idx="1"/>
          </p:nvPr>
        </p:nvSpPr>
        <p:spPr/>
        <p:txBody>
          <a:bodyPr/>
          <a:lstStyle/>
          <a:p>
            <a:pPr eaLnBrk="1" hangingPunct="1">
              <a:defRPr/>
            </a:pPr>
            <a:r>
              <a:rPr lang="en-US" altLang="en-US" dirty="0"/>
              <a:t>Ambiguity: Which Meaning are we Using?</a:t>
            </a:r>
          </a:p>
          <a:p>
            <a:pPr marL="171450" indent="-171450" eaLnBrk="1" hangingPunct="1">
              <a:buFont typeface="Arial" panose="020B0604020202020204" pitchFamily="34" charset="0"/>
              <a:buChar char="•"/>
              <a:defRPr/>
            </a:pPr>
            <a:r>
              <a:rPr lang="en-US" dirty="0"/>
              <a:t>A word, expression, or statement that has more than one meaning.</a:t>
            </a:r>
          </a:p>
          <a:p>
            <a:pPr marL="628650" lvl="1" indent="-171450" eaLnBrk="1" hangingPunct="1">
              <a:buFont typeface="Arial" panose="020B0604020202020204" pitchFamily="34" charset="0"/>
              <a:buChar char="•"/>
              <a:defRPr/>
            </a:pPr>
            <a:r>
              <a:rPr lang="en-US" dirty="0"/>
              <a:t>Knowing the context of the conversation and the purpose of the speaker, one can pick out the speaker’s intended meaning.</a:t>
            </a:r>
            <a:endParaRPr lang="en-US" altLang="en-US" dirty="0"/>
          </a:p>
          <a:p>
            <a:pPr marL="171450" indent="-171450" eaLnBrk="1" hangingPunct="1">
              <a:buFont typeface="Arial" panose="020B0604020202020204" pitchFamily="34" charset="0"/>
              <a:buChar char="•"/>
              <a:defRPr/>
            </a:pPr>
            <a:r>
              <a:rPr lang="en-IN" altLang="en-US" dirty="0"/>
              <a:t>Examples</a:t>
            </a:r>
          </a:p>
          <a:p>
            <a:pPr marL="628650" lvl="1" indent="-171450" eaLnBrk="1" hangingPunct="1">
              <a:buFont typeface="Arial" panose="020B0604020202020204" pitchFamily="34" charset="0"/>
              <a:buChar char="•"/>
              <a:defRPr/>
            </a:pPr>
            <a:r>
              <a:rPr lang="en-IN" altLang="en-US" dirty="0"/>
              <a:t>“Heads up!”</a:t>
            </a:r>
          </a:p>
          <a:p>
            <a:pPr marL="1085850" lvl="2" indent="-171450" eaLnBrk="1" hangingPunct="1">
              <a:buFont typeface="Arial" panose="020B0604020202020204" pitchFamily="34" charset="0"/>
              <a:buChar char="•"/>
              <a:defRPr/>
            </a:pPr>
            <a:r>
              <a:rPr lang="en-IN" altLang="en-US" dirty="0"/>
              <a:t>In a baseball game, it is </a:t>
            </a:r>
            <a:r>
              <a:rPr lang="en-US" dirty="0"/>
              <a:t>a warning to duck.</a:t>
            </a:r>
            <a:endParaRPr lang="en-IN" dirty="0"/>
          </a:p>
          <a:p>
            <a:pPr marL="628650" lvl="1" indent="-171450" eaLnBrk="1" hangingPunct="1">
              <a:buFont typeface="Arial" panose="020B0604020202020204" pitchFamily="34" charset="0"/>
              <a:buChar char="•"/>
              <a:defRPr/>
            </a:pPr>
            <a:r>
              <a:rPr lang="en-IN" altLang="en-US" dirty="0"/>
              <a:t>“That’s sick!”</a:t>
            </a:r>
          </a:p>
          <a:p>
            <a:pPr marL="1085850" lvl="2" indent="-171450" eaLnBrk="1" hangingPunct="1">
              <a:buFont typeface="Arial" panose="020B0604020202020204" pitchFamily="34" charset="0"/>
              <a:buChar char="•"/>
              <a:defRPr/>
            </a:pPr>
            <a:r>
              <a:rPr lang="en-US" dirty="0"/>
              <a:t>Slang in some high schools for “That’s terrific.”</a:t>
            </a:r>
            <a:r>
              <a:rPr lang="en-IN" altLang="en-US" dirty="0"/>
              <a:t> </a:t>
            </a:r>
          </a:p>
        </p:txBody>
      </p:sp>
      <p:sp>
        <p:nvSpPr>
          <p:cNvPr id="38916" name="Slide Number Placeholder 3">
            <a:extLst>
              <a:ext uri="{FF2B5EF4-FFF2-40B4-BE49-F238E27FC236}">
                <a16:creationId xmlns:a16="http://schemas.microsoft.com/office/drawing/2014/main" id="{F9F5A079-6393-4A09-AA54-C51A91999C59}"/>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EA37EB6C-0189-469F-B1C6-58540A1EF5A0}" type="slidenum">
              <a:rPr lang="en-US" altLang="en-US" smtClean="0">
                <a:latin typeface="Arial" panose="020B0604020202020204" pitchFamily="34" charset="0"/>
                <a:cs typeface="Arial" panose="020B0604020202020204" pitchFamily="34" charset="0"/>
              </a:rPr>
              <a:pPr fontAlgn="base">
                <a:spcBef>
                  <a:spcPct val="0"/>
                </a:spcBef>
                <a:spcAft>
                  <a:spcPct val="0"/>
                </a:spcAft>
              </a:pPr>
              <a:t>9</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4743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B683087B-25B2-476E-8B44-C8FC51F0AC85}"/>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E328512C-AD45-4E82-8CB7-A03D2979ADFE}"/>
              </a:ext>
            </a:extLst>
          </p:cNvPr>
          <p:cNvSpPr>
            <a:spLocks noGrp="1"/>
          </p:cNvSpPr>
          <p:nvPr>
            <p:ph type="body" idx="1"/>
          </p:nvPr>
        </p:nvSpPr>
        <p:spPr/>
        <p:txBody>
          <a:bodyPr/>
          <a:lstStyle/>
          <a:p>
            <a:pPr eaLnBrk="1" hangingPunct="1">
              <a:defRPr/>
            </a:pPr>
            <a:r>
              <a:rPr lang="en-US" dirty="0"/>
              <a:t>Resolving Problematic Vagueness and Ambiguity - Requires the application of critical thinking skills and habits of the mind.</a:t>
            </a:r>
          </a:p>
          <a:p>
            <a:pPr marL="171450" indent="-171450" eaLnBrk="1" hangingPunct="1">
              <a:buFont typeface="Arial" panose="020B0604020202020204" pitchFamily="34" charset="0"/>
              <a:buChar char="•"/>
              <a:defRPr/>
            </a:pPr>
            <a:r>
              <a:rPr lang="en-US" dirty="0"/>
              <a:t>In problematic vagueness, the problem determining the location of the borderlines of the term.</a:t>
            </a:r>
          </a:p>
          <a:p>
            <a:pPr marL="171450" indent="-171450" eaLnBrk="1" hangingPunct="1">
              <a:buFont typeface="Arial" panose="020B0604020202020204" pitchFamily="34" charset="0"/>
              <a:buChar char="•"/>
              <a:defRPr/>
            </a:pPr>
            <a:r>
              <a:rPr lang="en-US" dirty="0"/>
              <a:t>In problematic ambiguity, decision relates to determining the possible meaning the author intended.</a:t>
            </a:r>
          </a:p>
          <a:p>
            <a:pPr marL="171450" indent="-171450" eaLnBrk="1" hangingPunct="1">
              <a:buFont typeface="Arial" panose="020B0604020202020204" pitchFamily="34" charset="0"/>
              <a:buChar char="•"/>
              <a:defRPr/>
            </a:pPr>
            <a:endParaRPr lang="en-US" dirty="0"/>
          </a:p>
          <a:p>
            <a:pPr eaLnBrk="1" hangingPunct="1">
              <a:buFont typeface="Arial" panose="020B0604020202020204" pitchFamily="34" charset="0"/>
              <a:buNone/>
              <a:defRPr/>
            </a:pPr>
            <a:r>
              <a:rPr lang="en-US" dirty="0"/>
              <a:t>The approaches of contextualizing, etc. are described further on the subsequent slides.</a:t>
            </a:r>
          </a:p>
        </p:txBody>
      </p:sp>
      <p:sp>
        <p:nvSpPr>
          <p:cNvPr id="40964" name="Slide Number Placeholder 3">
            <a:extLst>
              <a:ext uri="{FF2B5EF4-FFF2-40B4-BE49-F238E27FC236}">
                <a16:creationId xmlns:a16="http://schemas.microsoft.com/office/drawing/2014/main" id="{C1DEF915-2481-45ED-98A5-C1B327A46CEA}"/>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3A245755-56EF-423D-ABDB-A320BDE4734C}" type="slidenum">
              <a:rPr lang="en-US" altLang="en-US" smtClean="0">
                <a:latin typeface="Arial" panose="020B0604020202020204" pitchFamily="34" charset="0"/>
                <a:cs typeface="Arial" panose="020B0604020202020204" pitchFamily="34" charset="0"/>
              </a:rPr>
              <a:pPr fontAlgn="base">
                <a:spcBef>
                  <a:spcPct val="0"/>
                </a:spcBef>
                <a:spcAft>
                  <a:spcPct val="0"/>
                </a:spcAft>
              </a:pPr>
              <a:t>10</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4D1F8AAA-12A4-4772-9D74-CBE4EDC348A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C9279509-FB0A-4BD2-A199-B8A4EBA0CC6D}"/>
              </a:ext>
            </a:extLst>
          </p:cNvPr>
          <p:cNvSpPr>
            <a:spLocks noGrp="1"/>
          </p:cNvSpPr>
          <p:nvPr>
            <p:ph type="body" idx="1"/>
          </p:nvPr>
        </p:nvSpPr>
        <p:spPr/>
        <p:txBody>
          <a:bodyPr/>
          <a:lstStyle/>
          <a:p>
            <a:pPr eaLnBrk="1" hangingPunct="1">
              <a:defRPr/>
            </a:pPr>
            <a:r>
              <a:rPr lang="en-US" dirty="0"/>
              <a:t>Contextualizing</a:t>
            </a:r>
          </a:p>
          <a:p>
            <a:pPr marL="171450" indent="-171450" eaLnBrk="1" hangingPunct="1">
              <a:buFont typeface="Arial" panose="020B0604020202020204" pitchFamily="34" charset="0"/>
              <a:buChar char="•"/>
              <a:defRPr/>
            </a:pPr>
            <a:r>
              <a:rPr lang="en-US" dirty="0"/>
              <a:t>Reminds the topic of discussion or the circumstances within which a statement was made.</a:t>
            </a:r>
          </a:p>
          <a:p>
            <a:pPr marL="628650" lvl="1" indent="-171450" eaLnBrk="1" hangingPunct="1">
              <a:buFont typeface="Arial" panose="020B0604020202020204" pitchFamily="34" charset="0"/>
              <a:buChar char="•"/>
              <a:defRPr/>
            </a:pPr>
            <a:r>
              <a:rPr lang="en-US" dirty="0"/>
              <a:t>If a person says “I’m joining the AAA”, by noting that the person was an undergraduate physics major and is interested in astronomy, we can clarify which AAA she meant. </a:t>
            </a:r>
          </a:p>
          <a:p>
            <a:pPr marL="628650" lvl="1" indent="-171450" eaLnBrk="1" hangingPunct="1">
              <a:buFont typeface="Arial" panose="020B0604020202020204" pitchFamily="34" charset="0"/>
              <a:buChar char="•"/>
              <a:defRPr/>
            </a:pPr>
            <a:r>
              <a:rPr lang="en-US" dirty="0"/>
              <a:t>To establish context, certain questions can be asked.</a:t>
            </a:r>
          </a:p>
          <a:p>
            <a:pPr marL="1085850" lvl="2" indent="-171450" eaLnBrk="1" hangingPunct="1">
              <a:buFont typeface="Arial" panose="020B0604020202020204" pitchFamily="34" charset="0"/>
              <a:buChar char="•"/>
              <a:defRPr/>
            </a:pPr>
            <a:r>
              <a:rPr lang="en-IN" dirty="0"/>
              <a:t>Who said it to whom?</a:t>
            </a:r>
          </a:p>
          <a:p>
            <a:pPr marL="1085850" lvl="2" indent="-171450" eaLnBrk="1" hangingPunct="1">
              <a:buFont typeface="Arial" panose="020B0604020202020204" pitchFamily="34" charset="0"/>
              <a:buChar char="•"/>
              <a:defRPr/>
            </a:pPr>
            <a:r>
              <a:rPr lang="en-IN" dirty="0"/>
              <a:t>When and where was it said?</a:t>
            </a:r>
          </a:p>
          <a:p>
            <a:pPr marL="1085850" lvl="2" indent="-171450" eaLnBrk="1" hangingPunct="1">
              <a:buFont typeface="Arial" panose="020B0604020202020204" pitchFamily="34" charset="0"/>
              <a:buChar char="•"/>
              <a:defRPr/>
            </a:pPr>
            <a:r>
              <a:rPr lang="en-IN" dirty="0"/>
              <a:t>What was the topic of the conversation?</a:t>
            </a:r>
          </a:p>
          <a:p>
            <a:pPr marL="1085850" lvl="2" indent="-171450" eaLnBrk="1" hangingPunct="1">
              <a:buFont typeface="Arial" panose="020B0604020202020204" pitchFamily="34" charset="0"/>
              <a:buChar char="•"/>
              <a:defRPr/>
            </a:pPr>
            <a:r>
              <a:rPr lang="en-IN" dirty="0"/>
              <a:t>What information, events or issues, public or personal, may the speaker have assumed that the intended audience knew about? </a:t>
            </a:r>
          </a:p>
          <a:p>
            <a:pPr marL="1085850" lvl="2" indent="-171450" eaLnBrk="1" hangingPunct="1">
              <a:buFont typeface="Arial" panose="020B0604020202020204" pitchFamily="34" charset="0"/>
              <a:buChar char="•"/>
              <a:defRPr/>
            </a:pPr>
            <a:r>
              <a:rPr lang="en-IN" dirty="0"/>
              <a:t>Was the expression meant to be ironic, hyperbolic, misleading, or deceptive, rather than taken literally?</a:t>
            </a:r>
          </a:p>
          <a:p>
            <a:pPr marL="1085850" lvl="2" indent="-171450" eaLnBrk="1" hangingPunct="1">
              <a:buFont typeface="Arial" panose="020B0604020202020204" pitchFamily="34" charset="0"/>
              <a:buChar char="•"/>
              <a:defRPr/>
            </a:pPr>
            <a:r>
              <a:rPr lang="en-IN" dirty="0"/>
              <a:t>Were technical terms, abbreviations, symbols, slang, code words, double entendre, euphemisms, or acronyms used?</a:t>
            </a:r>
            <a:endParaRPr lang="en-US" dirty="0"/>
          </a:p>
          <a:p>
            <a:pPr marL="171450" indent="-171450" eaLnBrk="1" hangingPunct="1">
              <a:buFont typeface="Arial" panose="020B0604020202020204" pitchFamily="34" charset="0"/>
              <a:buChar char="•"/>
              <a:defRPr/>
            </a:pPr>
            <a:r>
              <a:rPr lang="en-US" dirty="0"/>
              <a:t>Words taken out of context can be misleading</a:t>
            </a:r>
          </a:p>
          <a:p>
            <a:pPr marL="628650" lvl="1" indent="-171450" eaLnBrk="1" hangingPunct="1">
              <a:buFont typeface="Arial" panose="020B0604020202020204" pitchFamily="34" charset="0"/>
              <a:buChar char="•"/>
              <a:defRPr/>
            </a:pPr>
            <a:r>
              <a:rPr lang="en-US" dirty="0"/>
              <a:t>In the statement “I smoked 50 years . . . today I can run a marathon,” the three-dot ellipsis signals that there is more to the story.</a:t>
            </a:r>
          </a:p>
          <a:p>
            <a:pPr marL="1085850" lvl="2" indent="-171450" eaLnBrk="1" hangingPunct="1">
              <a:buFont typeface="Arial" panose="020B0604020202020204" pitchFamily="34" charset="0"/>
              <a:buChar char="•"/>
              <a:defRPr/>
            </a:pPr>
            <a:r>
              <a:rPr lang="en-US" dirty="0"/>
              <a:t>Putting words in context permits making an accurate interpretation and helps one not be misled by unscrupulous individuals.</a:t>
            </a:r>
          </a:p>
          <a:p>
            <a:pPr marL="628650" lvl="1" indent="-171450" eaLnBrk="1" hangingPunct="1">
              <a:buFont typeface="Arial" panose="020B0604020202020204" pitchFamily="34" charset="0"/>
              <a:buChar char="•"/>
              <a:defRPr/>
            </a:pPr>
            <a:r>
              <a:rPr lang="en-US" dirty="0"/>
              <a:t>Intellectual integrity and a habit of truth-seeking are needed when summarizing and de-contextualizing words of others.</a:t>
            </a:r>
          </a:p>
          <a:p>
            <a:pPr marL="1085850" lvl="2" indent="-171450" eaLnBrk="1" hangingPunct="1">
              <a:buFont typeface="Arial" panose="020B0604020202020204" pitchFamily="34" charset="0"/>
              <a:buChar char="•"/>
              <a:defRPr/>
            </a:pPr>
            <a:r>
              <a:rPr lang="en-US" dirty="0"/>
              <a:t>Accuracy and truthful preservation of an author’s original intent is important.</a:t>
            </a:r>
          </a:p>
        </p:txBody>
      </p:sp>
      <p:sp>
        <p:nvSpPr>
          <p:cNvPr id="43012" name="Slide Number Placeholder 3">
            <a:extLst>
              <a:ext uri="{FF2B5EF4-FFF2-40B4-BE49-F238E27FC236}">
                <a16:creationId xmlns:a16="http://schemas.microsoft.com/office/drawing/2014/main" id="{958200D1-C1D8-4EE5-9F87-F442945BA65E}"/>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08CD090C-7AFB-42D2-95B7-8A662303332E}" type="slidenum">
              <a:rPr lang="en-US" altLang="en-US" smtClean="0">
                <a:latin typeface="Arial" panose="020B0604020202020204" pitchFamily="34" charset="0"/>
                <a:cs typeface="Arial" panose="020B0604020202020204" pitchFamily="34" charset="0"/>
              </a:rPr>
              <a:pPr fontAlgn="base">
                <a:spcBef>
                  <a:spcPct val="0"/>
                </a:spcBef>
                <a:spcAft>
                  <a:spcPct val="0"/>
                </a:spcAft>
              </a:pPr>
              <a:t>11</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3D35D9E7-F4CD-4864-9DD4-1A604E53B428}"/>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00CF6753-9977-464B-B4D4-F7CF86D436E2}"/>
              </a:ext>
            </a:extLst>
          </p:cNvPr>
          <p:cNvSpPr>
            <a:spLocks noGrp="1"/>
          </p:cNvSpPr>
          <p:nvPr>
            <p:ph type="body" idx="1"/>
          </p:nvPr>
        </p:nvSpPr>
        <p:spPr/>
        <p:txBody>
          <a:bodyPr/>
          <a:lstStyle/>
          <a:p>
            <a:pPr eaLnBrk="1" hangingPunct="1">
              <a:defRPr/>
            </a:pPr>
            <a:r>
              <a:rPr lang="en-US" dirty="0"/>
              <a:t>Clarifying Original Intent</a:t>
            </a:r>
          </a:p>
          <a:p>
            <a:pPr marL="171450" indent="-171450" eaLnBrk="1" hangingPunct="1">
              <a:buFont typeface="Arial" panose="020B0604020202020204" pitchFamily="34" charset="0"/>
              <a:buChar char="•"/>
              <a:defRPr/>
            </a:pPr>
            <a:r>
              <a:rPr lang="en-US" dirty="0"/>
              <a:t>Challenging when multiple alternative wordings are possible and asking for clarification is unlikely.</a:t>
            </a:r>
          </a:p>
          <a:p>
            <a:pPr marL="628650" lvl="1" indent="-171450" eaLnBrk="1" hangingPunct="1">
              <a:buFont typeface="Arial" panose="020B0604020202020204" pitchFamily="34" charset="0"/>
              <a:buChar char="•"/>
              <a:defRPr/>
            </a:pPr>
            <a:r>
              <a:rPr lang="en-US" dirty="0"/>
              <a:t>Example - The framers of the U.S. Constitution and the Bill of Rights are not available. In order to resolve problematic phrases, one has to look for context from other sources.</a:t>
            </a:r>
          </a:p>
          <a:p>
            <a:pPr marL="171450" indent="-171450" eaLnBrk="1" hangingPunct="1">
              <a:buFont typeface="Arial" panose="020B0604020202020204" pitchFamily="34" charset="0"/>
              <a:buChar char="•"/>
              <a:defRPr/>
            </a:pPr>
            <a:r>
              <a:rPr lang="en-US" dirty="0"/>
              <a:t>Problematic vagueness can be intentional.</a:t>
            </a:r>
          </a:p>
          <a:p>
            <a:pPr marL="628650" lvl="1" indent="-171450" eaLnBrk="1" hangingPunct="1">
              <a:buFont typeface="Arial" panose="020B0604020202020204" pitchFamily="34" charset="0"/>
              <a:buChar char="•"/>
              <a:defRPr/>
            </a:pPr>
            <a:r>
              <a:rPr lang="en-US" dirty="0"/>
              <a:t>Framers of the U.S. Constitution and the Bill of Rights wrote in ways that left room for interpretation of the documents to fit times and circumstances of the future.</a:t>
            </a:r>
          </a:p>
          <a:p>
            <a:pPr marL="628650" lvl="1" indent="-171450" eaLnBrk="1" hangingPunct="1">
              <a:buFont typeface="Arial" panose="020B0604020202020204" pitchFamily="34" charset="0"/>
              <a:buChar char="•"/>
              <a:defRPr/>
            </a:pPr>
            <a:r>
              <a:rPr lang="en-US" dirty="0"/>
              <a:t>Intentional vagueness can be frustrating when precise, practical answers are desired.</a:t>
            </a:r>
          </a:p>
          <a:p>
            <a:pPr marL="1085850" lvl="2" indent="-171450" eaLnBrk="1" hangingPunct="1">
              <a:buFont typeface="Arial" panose="020B0604020202020204" pitchFamily="34" charset="0"/>
              <a:buChar char="•"/>
              <a:defRPr/>
            </a:pPr>
            <a:r>
              <a:rPr lang="en-US" dirty="0"/>
              <a:t>Example - Voters demand clarity and operational precision, rather than platitudes from Senatorial candidates. </a:t>
            </a:r>
          </a:p>
          <a:p>
            <a:pPr marL="171450" indent="-171450" eaLnBrk="1" hangingPunct="1">
              <a:buFont typeface="Arial" panose="020B0604020202020204" pitchFamily="34" charset="0"/>
              <a:buChar char="•"/>
              <a:defRPr/>
            </a:pPr>
            <a:endParaRPr lang="en-US" dirty="0"/>
          </a:p>
          <a:p>
            <a:pPr eaLnBrk="1" hangingPunct="1">
              <a:defRPr/>
            </a:pPr>
            <a:endParaRPr lang="en-US" dirty="0"/>
          </a:p>
        </p:txBody>
      </p:sp>
      <p:sp>
        <p:nvSpPr>
          <p:cNvPr id="45060" name="Slide Number Placeholder 3">
            <a:extLst>
              <a:ext uri="{FF2B5EF4-FFF2-40B4-BE49-F238E27FC236}">
                <a16:creationId xmlns:a16="http://schemas.microsoft.com/office/drawing/2014/main" id="{F6CD72F5-D496-4CD5-971B-B251A04F1696}"/>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95C8197A-20F1-4130-9810-25D70535F7CB}" type="slidenum">
              <a:rPr lang="en-US" altLang="en-US" smtClean="0">
                <a:latin typeface="Arial" panose="020B0604020202020204" pitchFamily="34" charset="0"/>
                <a:cs typeface="Arial" panose="020B0604020202020204" pitchFamily="34" charset="0"/>
              </a:rPr>
              <a:pPr fontAlgn="base">
                <a:spcBef>
                  <a:spcPct val="0"/>
                </a:spcBef>
                <a:spcAft>
                  <a:spcPct val="0"/>
                </a:spcAft>
              </a:pPr>
              <a:t>12</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05A5AF7C-619B-4DB8-9CAA-2CF9E5E8BFD7}"/>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0B47681B-7A7F-456B-94A4-01DDC46C1E9E}"/>
              </a:ext>
            </a:extLst>
          </p:cNvPr>
          <p:cNvSpPr>
            <a:spLocks noGrp="1"/>
          </p:cNvSpPr>
          <p:nvPr>
            <p:ph type="body" idx="1"/>
          </p:nvPr>
        </p:nvSpPr>
        <p:spPr/>
        <p:txBody>
          <a:bodyPr/>
          <a:lstStyle/>
          <a:p>
            <a:pPr eaLnBrk="1" hangingPunct="1">
              <a:defRPr/>
            </a:pPr>
            <a:r>
              <a:rPr lang="en-US" dirty="0"/>
              <a:t>Using Qualifications, Exceptions, or Exclusions</a:t>
            </a:r>
          </a:p>
          <a:p>
            <a:pPr marL="171450" indent="-171450" eaLnBrk="1" hangingPunct="1">
              <a:buFont typeface="Arial" panose="020B0604020202020204" pitchFamily="34" charset="0"/>
              <a:buChar char="•"/>
              <a:defRPr/>
            </a:pPr>
            <a:r>
              <a:rPr lang="en-IN" dirty="0"/>
              <a:t>Qualifications that clarify included and excluded cases help resolve problematic vagueness and ambiguity. </a:t>
            </a:r>
          </a:p>
          <a:p>
            <a:pPr marL="628650" lvl="1" indent="-171450" eaLnBrk="1" hangingPunct="1">
              <a:buFont typeface="Arial" panose="020B0604020202020204" pitchFamily="34" charset="0"/>
              <a:buChar char="•"/>
              <a:defRPr/>
            </a:pPr>
            <a:r>
              <a:rPr lang="en-US" dirty="0"/>
              <a:t>Expressions can be clarified using descriptive phrases, contrasts, technical terminology, and thorough examples.</a:t>
            </a:r>
          </a:p>
          <a:p>
            <a:pPr marL="171450" indent="-171450" eaLnBrk="1" hangingPunct="1">
              <a:buFont typeface="Arial" panose="020B0604020202020204" pitchFamily="34" charset="0"/>
              <a:buChar char="•"/>
              <a:defRPr/>
            </a:pPr>
            <a:r>
              <a:rPr lang="en-US" dirty="0"/>
              <a:t>Judicious habit of mind</a:t>
            </a:r>
          </a:p>
          <a:p>
            <a:pPr marL="628650" lvl="1" indent="-171450" eaLnBrk="1" hangingPunct="1">
              <a:buFont typeface="Arial" panose="020B0604020202020204" pitchFamily="34" charset="0"/>
              <a:buChar char="•"/>
              <a:defRPr/>
            </a:pPr>
            <a:r>
              <a:rPr lang="en-US" dirty="0"/>
              <a:t>Drives a person to make judgments about what to believe or do as the subject matter, context, and purposes permit.</a:t>
            </a:r>
          </a:p>
          <a:p>
            <a:pPr marL="1085850" lvl="2" indent="-171450" eaLnBrk="1" hangingPunct="1">
              <a:buFont typeface="Arial" panose="020B0604020202020204" pitchFamily="34" charset="0"/>
              <a:buChar char="•"/>
              <a:defRPr/>
            </a:pPr>
            <a:r>
              <a:rPr lang="en-US" dirty="0"/>
              <a:t>Real-life judgments are often made in contexts where absolute certitude is unattainable.</a:t>
            </a:r>
          </a:p>
          <a:p>
            <a:pPr eaLnBrk="1" hangingPunct="1">
              <a:defRPr/>
            </a:pPr>
            <a:endParaRPr lang="en-US" dirty="0"/>
          </a:p>
        </p:txBody>
      </p:sp>
      <p:sp>
        <p:nvSpPr>
          <p:cNvPr id="47108" name="Slide Number Placeholder 3">
            <a:extLst>
              <a:ext uri="{FF2B5EF4-FFF2-40B4-BE49-F238E27FC236}">
                <a16:creationId xmlns:a16="http://schemas.microsoft.com/office/drawing/2014/main" id="{61BB55B5-D337-424C-8499-26705148065D}"/>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82B7EB6D-D1BB-4ABB-8692-A54CE4296658}" type="slidenum">
              <a:rPr lang="en-US" altLang="en-US" smtClean="0">
                <a:latin typeface="Arial" panose="020B0604020202020204" pitchFamily="34" charset="0"/>
                <a:cs typeface="Arial" panose="020B0604020202020204" pitchFamily="34" charset="0"/>
              </a:rPr>
              <a:pPr fontAlgn="base">
                <a:spcBef>
                  <a:spcPct val="0"/>
                </a:spcBef>
                <a:spcAft>
                  <a:spcPct val="0"/>
                </a:spcAft>
              </a:pPr>
              <a:t>13</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7B6943C4-FD3E-4968-AF83-198436799C80}"/>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0B47681B-7A7F-456B-94A4-01DDC46C1E9E}"/>
              </a:ext>
            </a:extLst>
          </p:cNvPr>
          <p:cNvSpPr>
            <a:spLocks noGrp="1"/>
          </p:cNvSpPr>
          <p:nvPr>
            <p:ph type="body" idx="1"/>
          </p:nvPr>
        </p:nvSpPr>
        <p:spPr/>
        <p:txBody>
          <a:bodyPr/>
          <a:lstStyle/>
          <a:p>
            <a:pPr eaLnBrk="1" hangingPunct="1">
              <a:defRPr/>
            </a:pPr>
            <a:r>
              <a:rPr lang="en-US" dirty="0"/>
              <a:t>Using Qualifications, Exceptions, or Exclusions</a:t>
            </a:r>
          </a:p>
          <a:p>
            <a:pPr marL="171450" indent="-171450" eaLnBrk="1" hangingPunct="1">
              <a:buFont typeface="Arial" panose="020B0604020202020204" pitchFamily="34" charset="0"/>
              <a:buChar char="•"/>
              <a:defRPr/>
            </a:pPr>
            <a:r>
              <a:rPr lang="en-IN" dirty="0"/>
              <a:t>Qualifications that clarify included and excluded cases help resolve problematic vagueness and ambiguity. </a:t>
            </a:r>
          </a:p>
          <a:p>
            <a:pPr marL="628650" lvl="1" indent="-171450" eaLnBrk="1" hangingPunct="1">
              <a:buFont typeface="Arial" panose="020B0604020202020204" pitchFamily="34" charset="0"/>
              <a:buChar char="•"/>
              <a:defRPr/>
            </a:pPr>
            <a:r>
              <a:rPr lang="en-US" dirty="0"/>
              <a:t>Expressions can be clarified using descriptive phrases, contrasts, technical terminology, and thorough examples.</a:t>
            </a:r>
          </a:p>
          <a:p>
            <a:pPr marL="171450" indent="-171450" eaLnBrk="1" hangingPunct="1">
              <a:buFont typeface="Arial" panose="020B0604020202020204" pitchFamily="34" charset="0"/>
              <a:buChar char="•"/>
              <a:defRPr/>
            </a:pPr>
            <a:r>
              <a:rPr lang="en-US" dirty="0"/>
              <a:t>Judicious habit of mind</a:t>
            </a:r>
          </a:p>
          <a:p>
            <a:pPr marL="628650" lvl="1" indent="-171450" eaLnBrk="1" hangingPunct="1">
              <a:buFont typeface="Arial" panose="020B0604020202020204" pitchFamily="34" charset="0"/>
              <a:buChar char="•"/>
              <a:defRPr/>
            </a:pPr>
            <a:r>
              <a:rPr lang="en-US" dirty="0"/>
              <a:t>Drives a person to make judgments about what to believe or do as the subject matter, context, and purposes permit.</a:t>
            </a:r>
          </a:p>
          <a:p>
            <a:pPr marL="1085850" lvl="2" indent="-171450" eaLnBrk="1" hangingPunct="1">
              <a:buFont typeface="Arial" panose="020B0604020202020204" pitchFamily="34" charset="0"/>
              <a:buChar char="•"/>
              <a:defRPr/>
            </a:pPr>
            <a:r>
              <a:rPr lang="en-US" dirty="0"/>
              <a:t>Real-life judgments are often made in contexts where absolute certitude is unattainable.</a:t>
            </a:r>
          </a:p>
          <a:p>
            <a:pPr eaLnBrk="1" hangingPunct="1">
              <a:defRPr/>
            </a:pPr>
            <a:endParaRPr lang="en-US" dirty="0"/>
          </a:p>
        </p:txBody>
      </p:sp>
      <p:sp>
        <p:nvSpPr>
          <p:cNvPr id="49156" name="Slide Number Placeholder 3">
            <a:extLst>
              <a:ext uri="{FF2B5EF4-FFF2-40B4-BE49-F238E27FC236}">
                <a16:creationId xmlns:a16="http://schemas.microsoft.com/office/drawing/2014/main" id="{3C2243C9-C08A-440C-85A4-8216990A8636}"/>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790FE38E-9E7E-4F99-A0CD-5330158D2AB7}" type="slidenum">
              <a:rPr lang="en-US" altLang="en-US" smtClean="0">
                <a:latin typeface="Arial" panose="020B0604020202020204" pitchFamily="34" charset="0"/>
                <a:cs typeface="Arial" panose="020B0604020202020204" pitchFamily="34" charset="0"/>
              </a:rPr>
              <a:pPr fontAlgn="base">
                <a:spcBef>
                  <a:spcPct val="0"/>
                </a:spcBef>
                <a:spcAft>
                  <a:spcPct val="0"/>
                </a:spcAft>
              </a:pPr>
              <a:t>14</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57404C4C-ED43-489F-B771-1A532BB235FC}"/>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AE6B3780-624E-4859-A9F2-54474A846F72}"/>
              </a:ext>
            </a:extLst>
          </p:cNvPr>
          <p:cNvSpPr>
            <a:spLocks noGrp="1"/>
          </p:cNvSpPr>
          <p:nvPr>
            <p:ph type="body" idx="1"/>
          </p:nvPr>
        </p:nvSpPr>
        <p:spPr/>
        <p:txBody>
          <a:bodyPr/>
          <a:lstStyle/>
          <a:p>
            <a:pPr eaLnBrk="1" hangingPunct="1">
              <a:buFont typeface="Arial" panose="020B0604020202020204" pitchFamily="34" charset="0"/>
              <a:buNone/>
              <a:defRPr/>
            </a:pPr>
            <a:r>
              <a:rPr lang="en-US" dirty="0"/>
              <a:t>Stipulating the Meaning</a:t>
            </a:r>
          </a:p>
          <a:p>
            <a:pPr marL="171450" indent="-171450" eaLnBrk="1" hangingPunct="1">
              <a:buFont typeface="Arial" panose="020B0604020202020204" pitchFamily="34" charset="0"/>
              <a:buChar char="•"/>
              <a:defRPr/>
            </a:pPr>
            <a:r>
              <a:rPr lang="en-IN" dirty="0"/>
              <a:t>Stipulating meaning intends to remove problematic vagueness and ambiguity</a:t>
            </a:r>
          </a:p>
          <a:p>
            <a:pPr marL="171450" indent="-171450" eaLnBrk="1" hangingPunct="1">
              <a:buFont typeface="Arial" panose="020B0604020202020204" pitchFamily="34" charset="0"/>
              <a:buChar char="•"/>
              <a:defRPr/>
            </a:pPr>
            <a:r>
              <a:rPr lang="en-IN" dirty="0"/>
              <a:t>For example, there are a few reasons why someone might want to define “drunk driving”:</a:t>
            </a:r>
          </a:p>
          <a:p>
            <a:pPr marL="628650" lvl="1" indent="-171450" eaLnBrk="1" hangingPunct="1">
              <a:buFont typeface="Arial" panose="020B0604020202020204" pitchFamily="34" charset="0"/>
              <a:buChar char="•"/>
              <a:defRPr/>
            </a:pPr>
            <a:r>
              <a:rPr lang="en-IN" dirty="0"/>
              <a:t>To launch a public safety campaign</a:t>
            </a:r>
          </a:p>
          <a:p>
            <a:pPr marL="628650" lvl="1" indent="-171450" eaLnBrk="1" hangingPunct="1">
              <a:buFont typeface="Arial" panose="020B0604020202020204" pitchFamily="34" charset="0"/>
              <a:buChar char="•"/>
              <a:defRPr/>
            </a:pPr>
            <a:r>
              <a:rPr lang="en-IN" dirty="0"/>
              <a:t>To establish a legal limit and consequences</a:t>
            </a:r>
          </a:p>
          <a:p>
            <a:pPr marL="171450" indent="-171450" eaLnBrk="1" hangingPunct="1">
              <a:buFont typeface="Arial" panose="020B0604020202020204" pitchFamily="34" charset="0"/>
              <a:buChar char="•"/>
              <a:defRPr/>
            </a:pPr>
            <a:r>
              <a:rPr lang="en-IN" dirty="0"/>
              <a:t>Different groups of people define this differently</a:t>
            </a:r>
          </a:p>
          <a:p>
            <a:pPr marL="628650" lvl="1" indent="-171450" eaLnBrk="1" hangingPunct="1">
              <a:buFont typeface="Arial" panose="020B0604020202020204" pitchFamily="34" charset="0"/>
              <a:buChar char="•"/>
              <a:defRPr/>
            </a:pPr>
            <a:r>
              <a:rPr lang="en-IN" dirty="0"/>
              <a:t>In Sweden, someone who has consumed any alcohol recently is not considered eligible to drive</a:t>
            </a:r>
          </a:p>
          <a:p>
            <a:pPr marL="628650" lvl="1" indent="-171450" eaLnBrk="1" hangingPunct="1">
              <a:buFont typeface="Arial" panose="020B0604020202020204" pitchFamily="34" charset="0"/>
              <a:buChar char="•"/>
              <a:defRPr/>
            </a:pPr>
            <a:r>
              <a:rPr lang="en-IN" dirty="0"/>
              <a:t>In the US, a person can drink a little bit (maybe 1-2 drinks depending on the person and amount of time that has transpired) and still be considered okay to drive</a:t>
            </a:r>
          </a:p>
          <a:p>
            <a:pPr marL="628650" lvl="1" indent="-171450" eaLnBrk="1" hangingPunct="1">
              <a:buFont typeface="Arial" panose="020B0604020202020204" pitchFamily="34" charset="0"/>
              <a:buChar char="•"/>
              <a:defRPr/>
            </a:pPr>
            <a:r>
              <a:rPr lang="en-IN" dirty="0"/>
              <a:t>Establishing and communicating a clear meaning is important to meeting objectives</a:t>
            </a:r>
          </a:p>
        </p:txBody>
      </p:sp>
      <p:sp>
        <p:nvSpPr>
          <p:cNvPr id="51204" name="Slide Number Placeholder 3">
            <a:extLst>
              <a:ext uri="{FF2B5EF4-FFF2-40B4-BE49-F238E27FC236}">
                <a16:creationId xmlns:a16="http://schemas.microsoft.com/office/drawing/2014/main" id="{459D3E50-849C-4F86-9748-A4E8124271D2}"/>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662F74AE-0EAD-4C42-874A-63FA41E4A20E}" type="slidenum">
              <a:rPr lang="en-US" altLang="en-US" smtClean="0">
                <a:latin typeface="Arial" panose="020B0604020202020204" pitchFamily="34" charset="0"/>
                <a:cs typeface="Arial" panose="020B0604020202020204" pitchFamily="34" charset="0"/>
              </a:rPr>
              <a:pPr fontAlgn="base">
                <a:spcBef>
                  <a:spcPct val="0"/>
                </a:spcBef>
                <a:spcAft>
                  <a:spcPct val="0"/>
                </a:spcAft>
              </a:pPr>
              <a:t>15</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D6BEB664-FAC5-4E29-9BE6-4995003056BF}"/>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4C64CC86-D1D3-4D7A-A5CF-64E428EE9342}"/>
              </a:ext>
            </a:extLst>
          </p:cNvPr>
          <p:cNvSpPr>
            <a:spLocks noGrp="1"/>
          </p:cNvSpPr>
          <p:nvPr>
            <p:ph type="body" idx="1"/>
          </p:nvPr>
        </p:nvSpPr>
        <p:spPr/>
        <p:txBody>
          <a:bodyPr/>
          <a:lstStyle/>
          <a:p>
            <a:pPr eaLnBrk="1" hangingPunct="1">
              <a:defRPr/>
            </a:pPr>
            <a:r>
              <a:rPr lang="en-US" dirty="0"/>
              <a:t>Language Communities</a:t>
            </a:r>
          </a:p>
          <a:p>
            <a:pPr marL="171450" indent="-171450" eaLnBrk="1" hangingPunct="1">
              <a:buFont typeface="Arial" panose="020B0604020202020204" pitchFamily="34" charset="0"/>
              <a:buChar char="•"/>
              <a:defRPr/>
            </a:pPr>
            <a:r>
              <a:rPr lang="en-US" dirty="0"/>
              <a:t>One can identify communities by understanding how individuals use particular words, symbols, and expressions.</a:t>
            </a:r>
          </a:p>
          <a:p>
            <a:pPr marL="628650" lvl="1" indent="-171450" eaLnBrk="1" hangingPunct="1">
              <a:buFont typeface="Arial" panose="020B0604020202020204" pitchFamily="34" charset="0"/>
              <a:buChar char="•"/>
              <a:defRPr/>
            </a:pPr>
            <a:r>
              <a:rPr lang="en-US" dirty="0"/>
              <a:t>National and global language communities</a:t>
            </a:r>
          </a:p>
          <a:p>
            <a:pPr marL="1085850" lvl="2" indent="-171450" eaLnBrk="1" hangingPunct="1">
              <a:buFont typeface="Arial" panose="020B0604020202020204" pitchFamily="34" charset="0"/>
              <a:buChar char="•"/>
              <a:defRPr/>
            </a:pPr>
            <a:r>
              <a:rPr lang="en-IN" dirty="0"/>
              <a:t>At the national and global levels, language community refers to community of people who can communicate in a given language. </a:t>
            </a:r>
          </a:p>
          <a:p>
            <a:pPr marL="628650" lvl="1" indent="-171450" eaLnBrk="1" hangingPunct="1">
              <a:buFont typeface="Arial" panose="020B0604020202020204" pitchFamily="34" charset="0"/>
              <a:buChar char="•"/>
              <a:defRPr/>
            </a:pPr>
            <a:r>
              <a:rPr lang="en-US" dirty="0"/>
              <a:t>Language communities formed of people with like interests</a:t>
            </a:r>
          </a:p>
          <a:p>
            <a:pPr marL="1085850" lvl="2" indent="-171450" eaLnBrk="1" hangingPunct="1">
              <a:buFont typeface="Arial" panose="020B0604020202020204" pitchFamily="34" charset="0"/>
              <a:buChar char="•"/>
              <a:defRPr/>
            </a:pPr>
            <a:r>
              <a:rPr lang="en-US" dirty="0"/>
              <a:t>Include people who understand and use the technical vocabulary of a specialized field of human endeavor can be called a language community. </a:t>
            </a:r>
          </a:p>
          <a:p>
            <a:pPr marL="628650" lvl="1" indent="-171450" eaLnBrk="1" hangingPunct="1">
              <a:buFont typeface="Arial" panose="020B0604020202020204" pitchFamily="34" charset="0"/>
              <a:buChar char="•"/>
              <a:defRPr/>
            </a:pPr>
            <a:r>
              <a:rPr lang="en-US" dirty="0"/>
              <a:t>Academic disciplines as language communities</a:t>
            </a:r>
          </a:p>
          <a:p>
            <a:pPr marL="1085850" lvl="2" indent="-171450" eaLnBrk="1" hangingPunct="1">
              <a:buFont typeface="Arial" panose="020B0604020202020204" pitchFamily="34" charset="0"/>
              <a:buChar char="•"/>
              <a:defRPr/>
            </a:pPr>
            <a:r>
              <a:rPr lang="en-US" dirty="0"/>
              <a:t>Include faculty, graduate students, and undergraduate majors who are able to speak with one another about their subject fields.</a:t>
            </a:r>
          </a:p>
          <a:p>
            <a:pPr marL="628650" lvl="1" indent="-171450" eaLnBrk="1" hangingPunct="1">
              <a:buFont typeface="Arial" panose="020B0604020202020204" pitchFamily="34" charset="0"/>
              <a:buChar char="•"/>
              <a:defRPr/>
            </a:pPr>
            <a:r>
              <a:rPr lang="en-US" dirty="0"/>
              <a:t>Critical thinking and college introductory courses</a:t>
            </a:r>
          </a:p>
          <a:p>
            <a:pPr marL="1085850" lvl="2" indent="-171450" eaLnBrk="1" hangingPunct="1">
              <a:buFont typeface="Arial" panose="020B0604020202020204" pitchFamily="34" charset="0"/>
              <a:buChar char="•"/>
              <a:defRPr/>
            </a:pPr>
            <a:r>
              <a:rPr lang="en-US" dirty="0"/>
              <a:t>Strong critical thinking skills and habits of mind helps individuals when they venture into different academic language communities.</a:t>
            </a:r>
          </a:p>
        </p:txBody>
      </p:sp>
      <p:sp>
        <p:nvSpPr>
          <p:cNvPr id="53252" name="Slide Number Placeholder 3">
            <a:extLst>
              <a:ext uri="{FF2B5EF4-FFF2-40B4-BE49-F238E27FC236}">
                <a16:creationId xmlns:a16="http://schemas.microsoft.com/office/drawing/2014/main" id="{E30A4341-18A6-446B-8231-7C86B2AF607A}"/>
              </a:ext>
            </a:extLst>
          </p:cNvPr>
          <p:cNvSpPr>
            <a:spLocks noGrp="1"/>
          </p:cNvSpPr>
          <p:nvPr>
            <p:ph type="sldNum" sz="quarter" idx="5"/>
          </p:nvPr>
        </p:nvSpPr>
        <p:spPr>
          <a:noFill/>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fontAlgn="base">
              <a:spcBef>
                <a:spcPct val="0"/>
              </a:spcBef>
              <a:spcAft>
                <a:spcPct val="0"/>
              </a:spcAft>
            </a:pPr>
            <a:fld id="{89DCDD1C-DEAE-4C6B-A018-F873714BD0D1}" type="slidenum">
              <a:rPr lang="en-US" altLang="en-US" smtClean="0">
                <a:latin typeface="Arial" panose="020B0604020202020204" pitchFamily="34" charset="0"/>
                <a:cs typeface="Arial" panose="020B0604020202020204" pitchFamily="34" charset="0"/>
              </a:rPr>
              <a:pPr fontAlgn="base">
                <a:spcBef>
                  <a:spcPct val="0"/>
                </a:spcBef>
                <a:spcAft>
                  <a:spcPct val="0"/>
                </a:spcAft>
              </a:pPr>
              <a:t>16</a:t>
            </a:fld>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9721C325-31B1-41F5-958B-66EE066561E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09A35116-F20D-4B0B-8E71-55B7B406EF26}"/>
              </a:ext>
            </a:extLst>
          </p:cNvPr>
          <p:cNvSpPr>
            <a:spLocks noGrp="1"/>
          </p:cNvSpPr>
          <p:nvPr>
            <p:ph type="body" idx="1"/>
          </p:nvPr>
        </p:nvSpPr>
        <p:spPr/>
        <p:txBody>
          <a:bodyPr/>
          <a:lstStyle/>
          <a:p>
            <a:pPr>
              <a:defRPr/>
            </a:pPr>
            <a:r>
              <a:rPr lang="en-IN" dirty="0"/>
              <a:t>Discussion Question</a:t>
            </a:r>
          </a:p>
          <a:p>
            <a:pPr marL="171450" indent="-171450">
              <a:buFont typeface="Arial" panose="020B0604020202020204" pitchFamily="34" charset="0"/>
              <a:buChar char="•"/>
              <a:defRPr/>
            </a:pPr>
            <a:r>
              <a:rPr lang="en-IN" dirty="0"/>
              <a:t>What language communities are you a member of? </a:t>
            </a:r>
          </a:p>
          <a:p>
            <a:pPr marL="171450" indent="-171450">
              <a:buFont typeface="Arial" panose="020B0604020202020204" pitchFamily="34" charset="0"/>
              <a:buChar char="•"/>
              <a:defRPr/>
            </a:pPr>
            <a:r>
              <a:rPr lang="en-IN" dirty="0"/>
              <a:t>What language communities would you like to be a member of, and why? </a:t>
            </a:r>
          </a:p>
          <a:p>
            <a:pPr marL="628650" lvl="1" indent="-171450">
              <a:buFont typeface="Arial" panose="020B0604020202020204" pitchFamily="34" charset="0"/>
              <a:buChar char="•"/>
              <a:defRPr/>
            </a:pPr>
            <a:r>
              <a:rPr lang="en-IN" dirty="0"/>
              <a:t>The discussion question should help the students understand the concept of language </a:t>
            </a:r>
            <a:r>
              <a:rPr lang="en-IN"/>
              <a:t>communities better.</a:t>
            </a:r>
          </a:p>
        </p:txBody>
      </p:sp>
      <p:sp>
        <p:nvSpPr>
          <p:cNvPr id="55300" name="Slide Number Placeholder 3">
            <a:extLst>
              <a:ext uri="{FF2B5EF4-FFF2-40B4-BE49-F238E27FC236}">
                <a16:creationId xmlns:a16="http://schemas.microsoft.com/office/drawing/2014/main" id="{FC04AC96-F97C-48C9-ABF5-D37AC88EF862}"/>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8713A6D6-9E35-4ACE-8AFD-AA132AF390EA}" type="slidenum">
              <a:rPr lang="en-US" altLang="en-US" smtClean="0">
                <a:ea typeface="ＭＳ Ｐゴシック" panose="020B0600070205080204" pitchFamily="34" charset="-128"/>
              </a:rPr>
              <a:pPr fontAlgn="base">
                <a:spcBef>
                  <a:spcPct val="0"/>
                </a:spcBef>
                <a:spcAft>
                  <a:spcPct val="0"/>
                </a:spcAft>
              </a:pPr>
              <a:t>17</a:t>
            </a:fld>
            <a:endParaRPr lang="en-US" altLang="en-US">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Front-Page">
    <p:spTree>
      <p:nvGrpSpPr>
        <p:cNvPr id="1" name=""/>
        <p:cNvGrpSpPr/>
        <p:nvPr/>
      </p:nvGrpSpPr>
      <p:grpSpPr>
        <a:xfrm>
          <a:off x="0" y="0"/>
          <a:ext cx="0" cy="0"/>
          <a:chOff x="0" y="0"/>
          <a:chExt cx="0" cy="0"/>
        </a:xfrm>
      </p:grpSpPr>
      <p:pic>
        <p:nvPicPr>
          <p:cNvPr id="4" name="Picture 5">
            <a:extLst>
              <a:ext uri="{FF2B5EF4-FFF2-40B4-BE49-F238E27FC236}">
                <a16:creationId xmlns:a16="http://schemas.microsoft.com/office/drawing/2014/main" id="{DE605D55-FFF3-48EC-B1BB-2B937C04854D}"/>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9163050" y="0"/>
            <a:ext cx="20875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A8A451BA-4E89-4BC5-BB0F-A9A85E67E317}"/>
              </a:ext>
            </a:extLst>
          </p:cNvPr>
          <p:cNvCxnSpPr/>
          <p:nvPr/>
        </p:nvCxnSpPr>
        <p:spPr>
          <a:xfrm>
            <a:off x="3216275" y="6305550"/>
            <a:ext cx="79470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6" name="Picture 7">
            <a:extLst>
              <a:ext uri="{FF2B5EF4-FFF2-40B4-BE49-F238E27FC236}">
                <a16:creationId xmlns:a16="http://schemas.microsoft.com/office/drawing/2014/main" id="{9486F398-37F9-44E1-918B-E8D82AB9B13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66800" y="6162675"/>
            <a:ext cx="18764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073E8E70-2DED-41F2-95D0-BC92F503733B}"/>
              </a:ext>
            </a:extLst>
          </p:cNvPr>
          <p:cNvCxnSpPr/>
          <p:nvPr/>
        </p:nvCxnSpPr>
        <p:spPr>
          <a:xfrm>
            <a:off x="3216275" y="6410325"/>
            <a:ext cx="79470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8" name="Picture 9">
            <a:extLst>
              <a:ext uri="{FF2B5EF4-FFF2-40B4-BE49-F238E27FC236}">
                <a16:creationId xmlns:a16="http://schemas.microsoft.com/office/drawing/2014/main" id="{07AE552B-4672-46C0-9E49-2EFEBF6C3500}"/>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66800" y="434975"/>
            <a:ext cx="66516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8"/>
          <p:cNvSpPr>
            <a:spLocks noGrp="1"/>
          </p:cNvSpPr>
          <p:nvPr>
            <p:ph type="body" sz="quarter" idx="10"/>
          </p:nvPr>
        </p:nvSpPr>
        <p:spPr>
          <a:xfrm>
            <a:off x="1066800" y="2772604"/>
            <a:ext cx="10183914" cy="933731"/>
          </a:xfrm>
        </p:spPr>
        <p:txBody>
          <a:bodyPr>
            <a:noAutofit/>
          </a:bodyPr>
          <a:lstStyle>
            <a:lvl1pPr marL="0" indent="0">
              <a:buNone/>
              <a:defRPr sz="6000" b="1" baseline="0">
                <a:solidFill>
                  <a:srgbClr val="FF2E2E"/>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6" name="Text Placeholder 15"/>
          <p:cNvSpPr>
            <a:spLocks noGrp="1"/>
          </p:cNvSpPr>
          <p:nvPr>
            <p:ph type="body" sz="quarter" idx="11"/>
          </p:nvPr>
        </p:nvSpPr>
        <p:spPr>
          <a:xfrm>
            <a:off x="1066800" y="3940642"/>
            <a:ext cx="10183914" cy="399945"/>
          </a:xfrm>
        </p:spPr>
        <p:txBody>
          <a:bodyPr>
            <a:noAutofit/>
          </a:bodyPr>
          <a:lstStyle>
            <a:lvl1pPr marL="0" indent="0">
              <a:lnSpc>
                <a:spcPct val="100000"/>
              </a:lnSpc>
              <a:buNone/>
              <a:defRPr sz="2800" baseline="0">
                <a:solidFill>
                  <a:srgbClr val="FF6131"/>
                </a:solidFill>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21181631"/>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401A07D-EBCE-4E1E-B8CB-91B193B1F864}"/>
              </a:ext>
            </a:extLst>
          </p:cNvPr>
          <p:cNvCxnSpPr/>
          <p:nvPr/>
        </p:nvCxnSpPr>
        <p:spPr>
          <a:xfrm>
            <a:off x="2987675" y="64531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5" name="Picture 6">
            <a:extLst>
              <a:ext uri="{FF2B5EF4-FFF2-40B4-BE49-F238E27FC236}">
                <a16:creationId xmlns:a16="http://schemas.microsoft.com/office/drawing/2014/main" id="{6CB4EC48-4A0E-4AFD-8087-1BB7D6BB91D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38200" y="6310313"/>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DF9C0DF1-9E18-4290-B778-FA2C8D9980F5}"/>
              </a:ext>
            </a:extLst>
          </p:cNvPr>
          <p:cNvCxnSpPr/>
          <p:nvPr/>
        </p:nvCxnSpPr>
        <p:spPr>
          <a:xfrm>
            <a:off x="2987675" y="655796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A04DBE-03F2-48F2-86D7-419B7FD1064A}"/>
              </a:ext>
            </a:extLst>
          </p:cNvPr>
          <p:cNvSpPr>
            <a:spLocks noGrp="1"/>
          </p:cNvSpPr>
          <p:nvPr>
            <p:ph type="title"/>
          </p:nvPr>
        </p:nvSpPr>
        <p:spPr/>
        <p:txBody>
          <a:bodyPr/>
          <a:lstStyle/>
          <a:p>
            <a:r>
              <a:rPr lang="en-US"/>
              <a:t>Click to edit Master title style</a:t>
            </a:r>
            <a:endParaRPr lang="en-GB"/>
          </a:p>
        </p:txBody>
      </p:sp>
      <p:sp>
        <p:nvSpPr>
          <p:cNvPr id="7" name="Picture Placeholder 6">
            <a:extLst>
              <a:ext uri="{FF2B5EF4-FFF2-40B4-BE49-F238E27FC236}">
                <a16:creationId xmlns:a16="http://schemas.microsoft.com/office/drawing/2014/main" id="{05A750D3-518D-4B09-9ED3-0F3D85C9B820}"/>
              </a:ext>
            </a:extLst>
          </p:cNvPr>
          <p:cNvSpPr>
            <a:spLocks noGrp="1"/>
          </p:cNvSpPr>
          <p:nvPr>
            <p:ph type="pic" sz="quarter" idx="13"/>
          </p:nvPr>
        </p:nvSpPr>
        <p:spPr>
          <a:xfrm>
            <a:off x="838200" y="1985963"/>
            <a:ext cx="10515600" cy="4152900"/>
          </a:xfrm>
        </p:spPr>
        <p:txBody>
          <a:bodyPr rtlCol="0">
            <a:normAutofit/>
          </a:bodyPr>
          <a:lstStyle/>
          <a:p>
            <a:pPr lvl="0"/>
            <a:r>
              <a:rPr lang="en-US" noProof="0"/>
              <a:t>Click icon to add picture</a:t>
            </a:r>
            <a:endParaRPr lang="en-GB" noProof="0"/>
          </a:p>
        </p:txBody>
      </p:sp>
    </p:spTree>
    <p:extLst>
      <p:ext uri="{BB962C8B-B14F-4D97-AF65-F5344CB8AC3E}">
        <p14:creationId xmlns:p14="http://schemas.microsoft.com/office/powerpoint/2010/main" val="106665583"/>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cture (No headin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3D941E0-3805-45E3-A0C7-758569441D2C}"/>
              </a:ext>
            </a:extLst>
          </p:cNvPr>
          <p:cNvCxnSpPr/>
          <p:nvPr/>
        </p:nvCxnSpPr>
        <p:spPr>
          <a:xfrm>
            <a:off x="2987675" y="63484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4" name="Picture 6">
            <a:extLst>
              <a:ext uri="{FF2B5EF4-FFF2-40B4-BE49-F238E27FC236}">
                <a16:creationId xmlns:a16="http://schemas.microsoft.com/office/drawing/2014/main" id="{9D59F5D0-8CA3-42EE-9807-12102BC047AC}"/>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38200" y="62055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DA701688-54C2-425E-B156-5D3C87A672D4}"/>
              </a:ext>
            </a:extLst>
          </p:cNvPr>
          <p:cNvCxnSpPr/>
          <p:nvPr/>
        </p:nvCxnSpPr>
        <p:spPr>
          <a:xfrm>
            <a:off x="2987675" y="64531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18DBE43E-7596-4F7C-83E3-65E31A4F4750}"/>
              </a:ext>
            </a:extLst>
          </p:cNvPr>
          <p:cNvSpPr>
            <a:spLocks noGrp="1"/>
          </p:cNvSpPr>
          <p:nvPr>
            <p:ph type="pic" sz="quarter" idx="13"/>
          </p:nvPr>
        </p:nvSpPr>
        <p:spPr>
          <a:xfrm>
            <a:off x="838200" y="469900"/>
            <a:ext cx="10515600" cy="5643563"/>
          </a:xfrm>
        </p:spPr>
        <p:txBody>
          <a:bodyPr rtlCol="0">
            <a:normAutofit/>
          </a:bodyPr>
          <a:lstStyle/>
          <a:p>
            <a:pPr lvl="0"/>
            <a:r>
              <a:rPr lang="en-US" noProof="0"/>
              <a:t>Click icon to add picture</a:t>
            </a:r>
            <a:endParaRPr lang="en-GB" noProof="0"/>
          </a:p>
        </p:txBody>
      </p:sp>
    </p:spTree>
    <p:extLst>
      <p:ext uri="{BB962C8B-B14F-4D97-AF65-F5344CB8AC3E}">
        <p14:creationId xmlns:p14="http://schemas.microsoft.com/office/powerpoint/2010/main" val="3384881673"/>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bject (No headin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C94182F-E747-40F4-BF5C-585C2A304B38}"/>
              </a:ext>
            </a:extLst>
          </p:cNvPr>
          <p:cNvCxnSpPr/>
          <p:nvPr/>
        </p:nvCxnSpPr>
        <p:spPr>
          <a:xfrm>
            <a:off x="2987675" y="63484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3" name="Picture 6">
            <a:extLst>
              <a:ext uri="{FF2B5EF4-FFF2-40B4-BE49-F238E27FC236}">
                <a16:creationId xmlns:a16="http://schemas.microsoft.com/office/drawing/2014/main" id="{21564E4F-4A30-4C47-976E-462C659A34B9}"/>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38200" y="62055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1B5596C6-E7E9-4505-9E0C-CCC4DACF7D4D}"/>
              </a:ext>
            </a:extLst>
          </p:cNvPr>
          <p:cNvCxnSpPr/>
          <p:nvPr/>
        </p:nvCxnSpPr>
        <p:spPr>
          <a:xfrm>
            <a:off x="2987675" y="64531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737735"/>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6215F79-3DB1-41BB-9E6D-EFCDF752D7E3}"/>
              </a:ext>
            </a:extLst>
          </p:cNvPr>
          <p:cNvSpPr/>
          <p:nvPr userDrawn="1"/>
        </p:nvSpPr>
        <p:spPr>
          <a:xfrm>
            <a:off x="365760" y="320040"/>
            <a:ext cx="11430000" cy="6217920"/>
          </a:xfrm>
          <a:prstGeom prst="rect">
            <a:avLst/>
          </a:prstGeom>
          <a:solidFill>
            <a:srgbClr val="F9F9F9">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6354FDC-5E9D-4DA4-918F-93C43D8B4E39}"/>
              </a:ext>
            </a:extLst>
          </p:cNvPr>
          <p:cNvCxnSpPr/>
          <p:nvPr userDrawn="1"/>
        </p:nvCxnSpPr>
        <p:spPr>
          <a:xfrm>
            <a:off x="2987674" y="61834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83AB4C4-95A1-4357-BA33-AFEC7ADA6D3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38200" y="6040368"/>
            <a:ext cx="1877002" cy="319090"/>
          </a:xfrm>
          <a:prstGeom prst="rect">
            <a:avLst/>
          </a:prstGeom>
        </p:spPr>
      </p:pic>
      <p:cxnSp>
        <p:nvCxnSpPr>
          <p:cNvPr id="11" name="Straight Connector 10">
            <a:extLst>
              <a:ext uri="{FF2B5EF4-FFF2-40B4-BE49-F238E27FC236}">
                <a16:creationId xmlns:a16="http://schemas.microsoft.com/office/drawing/2014/main" id="{110EF0E9-C696-4F29-A4F4-2D3B4C68679B}"/>
              </a:ext>
            </a:extLst>
          </p:cNvPr>
          <p:cNvCxnSpPr/>
          <p:nvPr userDrawn="1"/>
        </p:nvCxnSpPr>
        <p:spPr>
          <a:xfrm>
            <a:off x="2987674" y="62883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38200" y="788563"/>
            <a:ext cx="10515600" cy="1090113"/>
          </a:xfrm>
        </p:spPr>
        <p:txBody>
          <a:bodyPr>
            <a:normAutofit/>
          </a:bodyPr>
          <a:lstStyle>
            <a:lvl1pPr>
              <a:defRPr sz="4800" b="1" baseline="0"/>
            </a:lvl1pPr>
          </a:lstStyle>
          <a:p>
            <a:r>
              <a:rPr lang="en-US"/>
              <a:t>Click to edit Master title style</a:t>
            </a:r>
            <a:endParaRPr lang="en-US" dirty="0"/>
          </a:p>
        </p:txBody>
      </p:sp>
      <p:sp>
        <p:nvSpPr>
          <p:cNvPr id="3" name="Content Placeholder 2"/>
          <p:cNvSpPr>
            <a:spLocks noGrp="1"/>
          </p:cNvSpPr>
          <p:nvPr>
            <p:ph idx="1"/>
          </p:nvPr>
        </p:nvSpPr>
        <p:spPr>
          <a:xfrm>
            <a:off x="838200" y="2144683"/>
            <a:ext cx="10515600" cy="3762851"/>
          </a:xfrm>
          <a:ln>
            <a:noFill/>
          </a:ln>
        </p:spPr>
        <p:txBody>
          <a:bodyPr>
            <a:normAutofit/>
          </a:bodyPr>
          <a:lstStyle>
            <a:lvl1pPr marL="457200" indent="-457200">
              <a:buFont typeface="Arial" panose="020B0604020202020204" pitchFamily="34" charset="0"/>
              <a:buChar char="•"/>
              <a:defRPr sz="3200" baseline="0">
                <a:solidFill>
                  <a:schemeClr val="tx1"/>
                </a:solidFill>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8138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Break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41EF13F-0280-475A-9EFF-B089B5B3006F}"/>
              </a:ext>
            </a:extLst>
          </p:cNvPr>
          <p:cNvSpPr/>
          <p:nvPr userDrawn="1"/>
        </p:nvSpPr>
        <p:spPr>
          <a:xfrm>
            <a:off x="365760" y="320040"/>
            <a:ext cx="11430000" cy="6217920"/>
          </a:xfrm>
          <a:prstGeom prst="rect">
            <a:avLst/>
          </a:prstGeom>
          <a:solidFill>
            <a:srgbClr val="F9F9F9">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65BB432F-483F-49BD-9A6A-1A24B2B5AA4A}"/>
              </a:ext>
            </a:extLst>
          </p:cNvPr>
          <p:cNvCxnSpPr/>
          <p:nvPr userDrawn="1"/>
        </p:nvCxnSpPr>
        <p:spPr>
          <a:xfrm>
            <a:off x="2987674" y="61834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BF362AF-D14C-43CA-BB5F-BD173E938B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38200" y="6040368"/>
            <a:ext cx="1877002" cy="319090"/>
          </a:xfrm>
          <a:prstGeom prst="rect">
            <a:avLst/>
          </a:prstGeom>
        </p:spPr>
      </p:pic>
      <p:cxnSp>
        <p:nvCxnSpPr>
          <p:cNvPr id="15" name="Straight Connector 14">
            <a:extLst>
              <a:ext uri="{FF2B5EF4-FFF2-40B4-BE49-F238E27FC236}">
                <a16:creationId xmlns:a16="http://schemas.microsoft.com/office/drawing/2014/main" id="{7CA418A6-35ED-41F7-829A-F07C73BD6924}"/>
              </a:ext>
            </a:extLst>
          </p:cNvPr>
          <p:cNvCxnSpPr/>
          <p:nvPr userDrawn="1"/>
        </p:nvCxnSpPr>
        <p:spPr>
          <a:xfrm>
            <a:off x="2987674" y="62883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13" name="Picture Placeholder 12"/>
          <p:cNvSpPr>
            <a:spLocks noGrp="1"/>
          </p:cNvSpPr>
          <p:nvPr>
            <p:ph type="pic" sz="quarter" idx="12"/>
          </p:nvPr>
        </p:nvSpPr>
        <p:spPr>
          <a:xfrm>
            <a:off x="5867400" y="1279525"/>
            <a:ext cx="5486400" cy="3679825"/>
          </a:xfrm>
          <a:noFill/>
          <a:ln>
            <a:solidFill>
              <a:srgbClr val="FF2E2E"/>
            </a:solidFill>
          </a:ln>
        </p:spPr>
        <p:txBody>
          <a:bodyPr rtlCol="0">
            <a:normAutofit/>
          </a:bodyPr>
          <a:lstStyle>
            <a:lvl1pPr marL="0" indent="0">
              <a:buNone/>
              <a:defRPr sz="1800">
                <a:solidFill>
                  <a:srgbClr val="100F5E"/>
                </a:solidFill>
              </a:defRPr>
            </a:lvl1pPr>
          </a:lstStyle>
          <a:p>
            <a:pPr lvl="0"/>
            <a:r>
              <a:rPr lang="en-US" noProof="0"/>
              <a:t>Click icon to add picture</a:t>
            </a:r>
            <a:endParaRPr lang="en-US" noProof="0" dirty="0"/>
          </a:p>
        </p:txBody>
      </p:sp>
      <p:sp>
        <p:nvSpPr>
          <p:cNvPr id="12" name="Title 1"/>
          <p:cNvSpPr>
            <a:spLocks noGrp="1"/>
          </p:cNvSpPr>
          <p:nvPr>
            <p:ph type="title"/>
          </p:nvPr>
        </p:nvSpPr>
        <p:spPr>
          <a:xfrm>
            <a:off x="831849" y="1280160"/>
            <a:ext cx="4593591" cy="1569918"/>
          </a:xfrm>
        </p:spPr>
        <p:txBody>
          <a:bodyPr anchor="b">
            <a:normAutofit/>
          </a:bodyPr>
          <a:lstStyle>
            <a:lvl1pPr>
              <a:defRPr sz="4400" b="1" baseline="0"/>
            </a:lvl1pPr>
          </a:lstStyle>
          <a:p>
            <a:r>
              <a:rPr lang="en-US"/>
              <a:t>Click to edit Master title style</a:t>
            </a:r>
            <a:endParaRPr lang="en-US" dirty="0"/>
          </a:p>
        </p:txBody>
      </p:sp>
      <p:sp>
        <p:nvSpPr>
          <p:cNvPr id="14" name="Text Placeholder 2"/>
          <p:cNvSpPr>
            <a:spLocks noGrp="1"/>
          </p:cNvSpPr>
          <p:nvPr>
            <p:ph type="body" idx="1"/>
          </p:nvPr>
        </p:nvSpPr>
        <p:spPr>
          <a:xfrm>
            <a:off x="838199" y="2993350"/>
            <a:ext cx="4593591" cy="196600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711642465"/>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CEB5D72-51C4-43B7-B8F2-F179C2C2A8C5}"/>
              </a:ext>
            </a:extLst>
          </p:cNvPr>
          <p:cNvSpPr/>
          <p:nvPr userDrawn="1"/>
        </p:nvSpPr>
        <p:spPr>
          <a:xfrm>
            <a:off x="365760" y="320040"/>
            <a:ext cx="11430000" cy="6217920"/>
          </a:xfrm>
          <a:prstGeom prst="rect">
            <a:avLst/>
          </a:prstGeom>
          <a:solidFill>
            <a:srgbClr val="F9F9F9">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577F2C46-4DE3-428E-AA33-27FCC9C30C10}"/>
              </a:ext>
            </a:extLst>
          </p:cNvPr>
          <p:cNvCxnSpPr/>
          <p:nvPr userDrawn="1"/>
        </p:nvCxnSpPr>
        <p:spPr>
          <a:xfrm>
            <a:off x="2987674" y="61834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19FD5B33-5B4B-4EAE-A7CB-D7E0F6A885D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38200" y="6040368"/>
            <a:ext cx="1877002" cy="319090"/>
          </a:xfrm>
          <a:prstGeom prst="rect">
            <a:avLst/>
          </a:prstGeom>
        </p:spPr>
      </p:pic>
      <p:cxnSp>
        <p:nvCxnSpPr>
          <p:cNvPr id="19" name="Straight Connector 18">
            <a:extLst>
              <a:ext uri="{FF2B5EF4-FFF2-40B4-BE49-F238E27FC236}">
                <a16:creationId xmlns:a16="http://schemas.microsoft.com/office/drawing/2014/main" id="{E68C8027-B03C-44DB-8BE8-FA1EA18A6451}"/>
              </a:ext>
            </a:extLst>
          </p:cNvPr>
          <p:cNvCxnSpPr/>
          <p:nvPr userDrawn="1"/>
        </p:nvCxnSpPr>
        <p:spPr>
          <a:xfrm>
            <a:off x="2987674" y="62883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838200" y="788563"/>
            <a:ext cx="10515600" cy="1090113"/>
          </a:xfrm>
        </p:spPr>
        <p:txBody>
          <a:bodyPr>
            <a:normAutofit/>
          </a:bodyPr>
          <a:lstStyle>
            <a:lvl1pPr>
              <a:defRPr sz="4800" b="1" baseline="0"/>
            </a:lvl1pPr>
          </a:lstStyle>
          <a:p>
            <a:r>
              <a:rPr lang="en-US"/>
              <a:t>Click to edit Master title style</a:t>
            </a:r>
            <a:endParaRPr lang="en-US" dirty="0"/>
          </a:p>
        </p:txBody>
      </p:sp>
      <p:sp>
        <p:nvSpPr>
          <p:cNvPr id="14" name="Content Placeholder 2"/>
          <p:cNvSpPr>
            <a:spLocks noGrp="1"/>
          </p:cNvSpPr>
          <p:nvPr>
            <p:ph idx="1"/>
          </p:nvPr>
        </p:nvSpPr>
        <p:spPr>
          <a:xfrm>
            <a:off x="838200" y="2144683"/>
            <a:ext cx="5170714" cy="3762851"/>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15" name="Content Placeholder 2"/>
          <p:cNvSpPr>
            <a:spLocks noGrp="1"/>
          </p:cNvSpPr>
          <p:nvPr>
            <p:ph idx="12"/>
          </p:nvPr>
        </p:nvSpPr>
        <p:spPr>
          <a:xfrm>
            <a:off x="6183086" y="2144682"/>
            <a:ext cx="5170714" cy="3762851"/>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Tree>
    <p:extLst>
      <p:ext uri="{BB962C8B-B14F-4D97-AF65-F5344CB8AC3E}">
        <p14:creationId xmlns:p14="http://schemas.microsoft.com/office/powerpoint/2010/main" val="3138478387"/>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B6E2098-185B-4436-B27E-C9FC83D00E2D}"/>
              </a:ext>
            </a:extLst>
          </p:cNvPr>
          <p:cNvSpPr/>
          <p:nvPr userDrawn="1"/>
        </p:nvSpPr>
        <p:spPr>
          <a:xfrm>
            <a:off x="365760" y="320040"/>
            <a:ext cx="11430000" cy="6217920"/>
          </a:xfrm>
          <a:prstGeom prst="rect">
            <a:avLst/>
          </a:prstGeom>
          <a:solidFill>
            <a:srgbClr val="F9F9F9">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22AFF85-ED5E-4A47-96E4-6B59B8AF20B1}"/>
              </a:ext>
            </a:extLst>
          </p:cNvPr>
          <p:cNvCxnSpPr/>
          <p:nvPr userDrawn="1"/>
        </p:nvCxnSpPr>
        <p:spPr>
          <a:xfrm>
            <a:off x="2987674" y="61834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67EAACB4-5C26-41A6-A930-00067FCDDF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38200" y="6040368"/>
            <a:ext cx="1877002" cy="319090"/>
          </a:xfrm>
          <a:prstGeom prst="rect">
            <a:avLst/>
          </a:prstGeom>
        </p:spPr>
      </p:pic>
      <p:cxnSp>
        <p:nvCxnSpPr>
          <p:cNvPr id="16" name="Straight Connector 15">
            <a:extLst>
              <a:ext uri="{FF2B5EF4-FFF2-40B4-BE49-F238E27FC236}">
                <a16:creationId xmlns:a16="http://schemas.microsoft.com/office/drawing/2014/main" id="{91E3DA4D-8251-40C5-A61E-78EF58418DD2}"/>
              </a:ext>
            </a:extLst>
          </p:cNvPr>
          <p:cNvCxnSpPr/>
          <p:nvPr userDrawn="1"/>
        </p:nvCxnSpPr>
        <p:spPr>
          <a:xfrm>
            <a:off x="2987674" y="6288356"/>
            <a:ext cx="8366126"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839788" y="2021947"/>
            <a:ext cx="5157787" cy="483128"/>
          </a:xfrm>
        </p:spPr>
        <p:txBody>
          <a:bodyPr anchor="b"/>
          <a:lstStyle>
            <a:lvl1pPr marL="0" indent="0">
              <a:buNone/>
              <a:defRPr sz="2400" b="1">
                <a:solidFill>
                  <a:srgbClr val="FFA63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172200" y="2021947"/>
            <a:ext cx="5183188" cy="483128"/>
          </a:xfrm>
        </p:spPr>
        <p:txBody>
          <a:bodyPr anchor="b"/>
          <a:lstStyle>
            <a:lvl1pPr marL="0" indent="0">
              <a:buNone/>
              <a:defRPr sz="2400" b="1">
                <a:solidFill>
                  <a:srgbClr val="FFA63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2"/>
          <p:cNvSpPr>
            <a:spLocks noGrp="1"/>
          </p:cNvSpPr>
          <p:nvPr>
            <p:ph idx="13"/>
          </p:nvPr>
        </p:nvSpPr>
        <p:spPr>
          <a:xfrm>
            <a:off x="838200" y="2656115"/>
            <a:ext cx="5170714" cy="3251419"/>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13" name="Content Placeholder 2"/>
          <p:cNvSpPr>
            <a:spLocks noGrp="1"/>
          </p:cNvSpPr>
          <p:nvPr>
            <p:ph idx="14"/>
          </p:nvPr>
        </p:nvSpPr>
        <p:spPr>
          <a:xfrm>
            <a:off x="6183086" y="2656114"/>
            <a:ext cx="5170714" cy="3251419"/>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2" name="Title 1">
            <a:extLst>
              <a:ext uri="{FF2B5EF4-FFF2-40B4-BE49-F238E27FC236}">
                <a16:creationId xmlns:a16="http://schemas.microsoft.com/office/drawing/2014/main" id="{E15474F5-6DE0-4D44-9A6D-90DBC13872E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62481709"/>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92314" y="2768000"/>
            <a:ext cx="10058400" cy="1209539"/>
          </a:xfrm>
        </p:spPr>
        <p:txBody>
          <a:bodyPr>
            <a:noAutofit/>
          </a:bodyPr>
          <a:lstStyle>
            <a:lvl1pPr>
              <a:lnSpc>
                <a:spcPct val="100000"/>
              </a:lnSpc>
              <a:defRPr sz="5400" b="1" baseline="0"/>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79BDF2B4-0B1D-431D-B444-9C727A3C5BA9}"/>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274175" y="-15875"/>
            <a:ext cx="2244725"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0F4D5360-69F4-4A5C-A10C-AA06D3FB9690}"/>
              </a:ext>
            </a:extLst>
          </p:cNvPr>
          <p:cNvCxnSpPr/>
          <p:nvPr userDrawn="1"/>
        </p:nvCxnSpPr>
        <p:spPr>
          <a:xfrm>
            <a:off x="3216275" y="6305796"/>
            <a:ext cx="79470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C0CDEA9-D959-448B-AEB8-1F24DDE7751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0306" y="6162525"/>
            <a:ext cx="1869991" cy="319457"/>
          </a:xfrm>
          <a:prstGeom prst="rect">
            <a:avLst/>
          </a:prstGeom>
        </p:spPr>
      </p:pic>
      <p:cxnSp>
        <p:nvCxnSpPr>
          <p:cNvPr id="11" name="Straight Connector 10">
            <a:extLst>
              <a:ext uri="{FF2B5EF4-FFF2-40B4-BE49-F238E27FC236}">
                <a16:creationId xmlns:a16="http://schemas.microsoft.com/office/drawing/2014/main" id="{F8FE13BF-22F3-4EFF-8D1B-25A3CFD19B99}"/>
              </a:ext>
            </a:extLst>
          </p:cNvPr>
          <p:cNvCxnSpPr/>
          <p:nvPr userDrawn="1"/>
        </p:nvCxnSpPr>
        <p:spPr>
          <a:xfrm>
            <a:off x="3216275" y="6410696"/>
            <a:ext cx="79470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BBE1297E-D89B-433B-9152-8C6E5581D67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66800" y="434343"/>
            <a:ext cx="508215" cy="504441"/>
          </a:xfrm>
          <a:prstGeom prst="rect">
            <a:avLst/>
          </a:prstGeom>
        </p:spPr>
      </p:pic>
      <p:sp>
        <p:nvSpPr>
          <p:cNvPr id="13" name="TextBox 12">
            <a:extLst>
              <a:ext uri="{FF2B5EF4-FFF2-40B4-BE49-F238E27FC236}">
                <a16:creationId xmlns:a16="http://schemas.microsoft.com/office/drawing/2014/main" id="{7A67D77B-907B-92AC-F30D-E198449E48E6}"/>
              </a:ext>
            </a:extLst>
          </p:cNvPr>
          <p:cNvSpPr txBox="1"/>
          <p:nvPr userDrawn="1"/>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2092005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069457-53A2-4EAA-8A45-137AEC60B11B}"/>
              </a:ext>
            </a:extLst>
          </p:cNvPr>
          <p:cNvSpPr/>
          <p:nvPr/>
        </p:nvSpPr>
        <p:spPr>
          <a:xfrm>
            <a:off x="0" y="0"/>
            <a:ext cx="12192000" cy="6858000"/>
          </a:xfrm>
          <a:prstGeom prst="rect">
            <a:avLst/>
          </a:prstGeom>
          <a:solidFill>
            <a:srgbClr val="FF2E2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3" name="Straight Connector 2">
            <a:extLst>
              <a:ext uri="{FF2B5EF4-FFF2-40B4-BE49-F238E27FC236}">
                <a16:creationId xmlns:a16="http://schemas.microsoft.com/office/drawing/2014/main" id="{DF76191F-E172-4A21-A6CB-0F64BEC97961}"/>
              </a:ext>
            </a:extLst>
          </p:cNvPr>
          <p:cNvCxnSpPr/>
          <p:nvPr/>
        </p:nvCxnSpPr>
        <p:spPr>
          <a:xfrm>
            <a:off x="3254375" y="6305550"/>
            <a:ext cx="79089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7">
            <a:extLst>
              <a:ext uri="{FF2B5EF4-FFF2-40B4-BE49-F238E27FC236}">
                <a16:creationId xmlns:a16="http://schemas.microsoft.com/office/drawing/2014/main" id="{CD347774-0E32-44E3-9FE4-318CBF529891}"/>
              </a:ext>
            </a:extLst>
          </p:cNvPr>
          <p:cNvPicPr>
            <a:picLocks noChangeAspect="1" noChangeArrowheads="1"/>
          </p:cNvPicPr>
          <p:nvPr/>
        </p:nvPicPr>
        <p:blipFill>
          <a:blip r:embed="rId2" cstate="screen">
            <a:grayscl/>
            <a:biLevel thresh="50000"/>
            <a:extLst>
              <a:ext uri="{28A0092B-C50C-407E-A947-70E740481C1C}">
                <a14:useLocalDpi xmlns:a14="http://schemas.microsoft.com/office/drawing/2010/main"/>
              </a:ext>
            </a:extLst>
          </a:blip>
          <a:srcRect/>
          <a:stretch>
            <a:fillRect/>
          </a:stretch>
        </p:blipFill>
        <p:spPr bwMode="auto">
          <a:xfrm>
            <a:off x="1104900" y="6162675"/>
            <a:ext cx="18764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467A8D00-3C40-4467-8E3D-5D5B085B1D9C}"/>
              </a:ext>
            </a:extLst>
          </p:cNvPr>
          <p:cNvCxnSpPr/>
          <p:nvPr/>
        </p:nvCxnSpPr>
        <p:spPr>
          <a:xfrm>
            <a:off x="3254375" y="6410325"/>
            <a:ext cx="79089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9">
            <a:extLst>
              <a:ext uri="{FF2B5EF4-FFF2-40B4-BE49-F238E27FC236}">
                <a16:creationId xmlns:a16="http://schemas.microsoft.com/office/drawing/2014/main" id="{60B8CC26-F2B4-47BE-A227-029A78995F63}"/>
              </a:ext>
            </a:extLst>
          </p:cNvPr>
          <p:cNvPicPr>
            <a:picLocks noChangeAspect="1" noChangeArrowheads="1"/>
          </p:cNvPicPr>
          <p:nvPr/>
        </p:nvPicPr>
        <p:blipFill>
          <a:blip r:embed="rId3" cstate="screen">
            <a:grayscl/>
            <a:biLevel thresh="50000"/>
            <a:extLst>
              <a:ext uri="{28A0092B-C50C-407E-A947-70E740481C1C}">
                <a14:useLocalDpi xmlns:a14="http://schemas.microsoft.com/office/drawing/2010/main"/>
              </a:ext>
            </a:extLst>
          </a:blip>
          <a:srcRect/>
          <a:stretch>
            <a:fillRect/>
          </a:stretch>
        </p:blipFill>
        <p:spPr bwMode="auto">
          <a:xfrm>
            <a:off x="1066800" y="434975"/>
            <a:ext cx="66516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a:extLst>
              <a:ext uri="{FF2B5EF4-FFF2-40B4-BE49-F238E27FC236}">
                <a16:creationId xmlns:a16="http://schemas.microsoft.com/office/drawing/2014/main" id="{31DAB143-B149-4D49-AB42-A80765AD406B}"/>
              </a:ext>
            </a:extLst>
          </p:cNvPr>
          <p:cNvPicPr>
            <a:picLocks noChangeAspect="1" noChangeArrowheads="1"/>
          </p:cNvPicPr>
          <p:nvPr/>
        </p:nvPicPr>
        <p:blipFill>
          <a:blip r:embed="rId4" cstate="screen">
            <a:grayscl/>
            <a:biLevel thresh="50000"/>
            <a:extLst>
              <a:ext uri="{28A0092B-C50C-407E-A947-70E740481C1C}">
                <a14:useLocalDpi xmlns:a14="http://schemas.microsoft.com/office/drawing/2010/main"/>
              </a:ext>
            </a:extLst>
          </a:blip>
          <a:srcRect/>
          <a:stretch>
            <a:fillRect/>
          </a:stretch>
        </p:blipFill>
        <p:spPr bwMode="auto">
          <a:xfrm>
            <a:off x="9163050" y="0"/>
            <a:ext cx="20875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7316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647805F-F08E-4B4C-A762-297611CB227C}"/>
              </a:ext>
            </a:extLst>
          </p:cNvPr>
          <p:cNvSpPr/>
          <p:nvPr/>
        </p:nvSpPr>
        <p:spPr>
          <a:xfrm>
            <a:off x="365125" y="320675"/>
            <a:ext cx="11430000" cy="6216650"/>
          </a:xfrm>
          <a:prstGeom prst="rect">
            <a:avLst/>
          </a:prstGeom>
          <a:solidFill>
            <a:srgbClr val="FFF3F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6" name="Straight Connector 5">
            <a:extLst>
              <a:ext uri="{FF2B5EF4-FFF2-40B4-BE49-F238E27FC236}">
                <a16:creationId xmlns:a16="http://schemas.microsoft.com/office/drawing/2014/main" id="{39864BAD-5A30-4DDC-A81A-365E88F750DC}"/>
              </a:ext>
            </a:extLst>
          </p:cNvPr>
          <p:cNvCxnSpPr/>
          <p:nvPr/>
        </p:nvCxnSpPr>
        <p:spPr>
          <a:xfrm>
            <a:off x="2987675" y="61833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7" name="Picture 7">
            <a:extLst>
              <a:ext uri="{FF2B5EF4-FFF2-40B4-BE49-F238E27FC236}">
                <a16:creationId xmlns:a16="http://schemas.microsoft.com/office/drawing/2014/main" id="{CEA037CB-BA76-4E3E-BB8D-01709F269A18}"/>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38200" y="60404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D352E4ED-19DD-42E6-98E3-BB6CD55764C2}"/>
              </a:ext>
            </a:extLst>
          </p:cNvPr>
          <p:cNvCxnSpPr/>
          <p:nvPr/>
        </p:nvCxnSpPr>
        <p:spPr>
          <a:xfrm>
            <a:off x="2987675" y="62880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1849" y="1280160"/>
            <a:ext cx="3457517" cy="1569918"/>
          </a:xfrm>
        </p:spPr>
        <p:txBody>
          <a:bodyPr anchor="b">
            <a:normAutofit/>
          </a:bodyPr>
          <a:lstStyle>
            <a:lvl1pPr>
              <a:defRPr sz="5400" b="1" baseline="0"/>
            </a:lvl1pPr>
          </a:lstStyle>
          <a:p>
            <a:r>
              <a:rPr lang="en-US"/>
              <a:t>Click to edit Master title style</a:t>
            </a:r>
            <a:endParaRPr lang="en-US" dirty="0"/>
          </a:p>
        </p:txBody>
      </p:sp>
      <p:sp>
        <p:nvSpPr>
          <p:cNvPr id="10" name="Text Placeholder 2"/>
          <p:cNvSpPr>
            <a:spLocks noGrp="1"/>
          </p:cNvSpPr>
          <p:nvPr>
            <p:ph type="body" idx="1"/>
          </p:nvPr>
        </p:nvSpPr>
        <p:spPr>
          <a:xfrm>
            <a:off x="838200" y="2993350"/>
            <a:ext cx="3457516" cy="2635554"/>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rgbClr val="100F5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12"/>
          <p:cNvSpPr>
            <a:spLocks noGrp="1"/>
          </p:cNvSpPr>
          <p:nvPr>
            <p:ph type="pic" sz="quarter" idx="12"/>
          </p:nvPr>
        </p:nvSpPr>
        <p:spPr>
          <a:xfrm>
            <a:off x="5403273" y="1279525"/>
            <a:ext cx="5950527" cy="4349379"/>
          </a:xfrm>
          <a:noFill/>
          <a:ln>
            <a:solidFill>
              <a:srgbClr val="FF2E2E"/>
            </a:solidFill>
          </a:ln>
        </p:spPr>
        <p:txBody>
          <a:bodyPr rtlCol="0">
            <a:normAutofit/>
          </a:bodyPr>
          <a:lstStyle>
            <a:lvl1pPr marL="0" indent="0">
              <a:buNone/>
              <a:defRPr sz="1800">
                <a:solidFill>
                  <a:srgbClr val="100F5E"/>
                </a:solidFill>
              </a:defRPr>
            </a:lvl1pPr>
          </a:lstStyle>
          <a:p>
            <a:pPr lvl="0"/>
            <a:r>
              <a:rPr lang="en-US" noProof="0"/>
              <a:t>Click icon to add picture</a:t>
            </a:r>
            <a:endParaRPr lang="en-US" noProof="0" dirty="0"/>
          </a:p>
        </p:txBody>
      </p:sp>
      <p:sp>
        <p:nvSpPr>
          <p:cNvPr id="11" name="TextBox 10">
            <a:extLst>
              <a:ext uri="{FF2B5EF4-FFF2-40B4-BE49-F238E27FC236}">
                <a16:creationId xmlns:a16="http://schemas.microsoft.com/office/drawing/2014/main" id="{CFBD28F3-B37B-78E5-1AEE-E8F682585D1F}"/>
              </a:ext>
            </a:extLst>
          </p:cNvPr>
          <p:cNvSpPr txBox="1"/>
          <p:nvPr userDrawn="1"/>
        </p:nvSpPr>
        <p:spPr>
          <a:xfrm>
            <a:off x="8022213" y="6611779"/>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1999634027"/>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extBox 4">
            <a:extLst>
              <a:ext uri="{FF2B5EF4-FFF2-40B4-BE49-F238E27FC236}">
                <a16:creationId xmlns:a16="http://schemas.microsoft.com/office/drawing/2014/main" id="{E9697483-289B-032E-63C7-EC28C2A8CAE0}"/>
              </a:ext>
            </a:extLst>
          </p:cNvPr>
          <p:cNvSpPr txBox="1"/>
          <p:nvPr userDrawn="1"/>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1931776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F861B726-B043-0A5E-3F79-9650B6E2BBFF}"/>
              </a:ext>
            </a:extLst>
          </p:cNvPr>
          <p:cNvSpPr txBox="1"/>
          <p:nvPr userDrawn="1"/>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3606411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6D8B31E5-4357-50E4-869A-1A98BE3086EB}"/>
              </a:ext>
            </a:extLst>
          </p:cNvPr>
          <p:cNvSpPr txBox="1"/>
          <p:nvPr userDrawn="1"/>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2419038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3" name="Picture 5" descr="Pearson_Bound_White">
            <a:extLst>
              <a:ext uri="{FF2B5EF4-FFF2-40B4-BE49-F238E27FC236}">
                <a16:creationId xmlns:a16="http://schemas.microsoft.com/office/drawing/2014/main" id="{AB5734E5-667F-4036-B96B-6FD58EA70A1C}"/>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153650" y="6364288"/>
            <a:ext cx="203835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8" descr="Pearson_Strap_Bound_White">
            <a:extLst>
              <a:ext uri="{FF2B5EF4-FFF2-40B4-BE49-F238E27FC236}">
                <a16:creationId xmlns:a16="http://schemas.microsoft.com/office/drawing/2014/main" id="{F934A9DB-E2F1-4135-B78E-4E59DC9CB924}"/>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254476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p:cNvSpPr>
            <a:spLocks noGrp="1" noChangeArrowheads="1"/>
          </p:cNvSpPr>
          <p:nvPr>
            <p:ph type="subTitle" idx="1"/>
          </p:nvPr>
        </p:nvSpPr>
        <p:spPr>
          <a:xfrm>
            <a:off x="6705600" y="2057400"/>
            <a:ext cx="4876800" cy="4114800"/>
          </a:xfrm>
        </p:spPr>
        <p:txBody>
          <a:bodyPr/>
          <a:lstStyle>
            <a:lvl1pPr marL="0" indent="0">
              <a:buFontTx/>
              <a:buNone/>
              <a:defRPr sz="2400"/>
            </a:lvl1pPr>
          </a:lstStyle>
          <a:p>
            <a:pPr lvl="0"/>
            <a:r>
              <a:rPr lang="en-US" noProof="0"/>
              <a:t>Click to edit Master subtitle style</a:t>
            </a:r>
          </a:p>
          <a:p>
            <a:pPr lvl="0"/>
            <a:endParaRPr lang="en-US" noProof="0"/>
          </a:p>
          <a:p>
            <a:pPr lvl="0"/>
            <a:endParaRPr lang="en-US" noProof="0"/>
          </a:p>
        </p:txBody>
      </p:sp>
      <p:sp>
        <p:nvSpPr>
          <p:cNvPr id="5" name="TextBox 4">
            <a:extLst>
              <a:ext uri="{FF2B5EF4-FFF2-40B4-BE49-F238E27FC236}">
                <a16:creationId xmlns:a16="http://schemas.microsoft.com/office/drawing/2014/main" id="{95B7216F-172E-4C64-578E-1EB46590AAE4}"/>
              </a:ext>
            </a:extLst>
          </p:cNvPr>
          <p:cNvSpPr txBox="1"/>
          <p:nvPr userDrawn="1"/>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1582684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ront-Pag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E11EFAC7-647E-4134-908F-8D45333C9C71}"/>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163050" y="0"/>
            <a:ext cx="20875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3B0529C3-9C5C-490C-BF80-9898BCE3088A}"/>
              </a:ext>
            </a:extLst>
          </p:cNvPr>
          <p:cNvCxnSpPr/>
          <p:nvPr userDrawn="1"/>
        </p:nvCxnSpPr>
        <p:spPr>
          <a:xfrm>
            <a:off x="3216275" y="6305550"/>
            <a:ext cx="79470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6" name="Picture 8">
            <a:extLst>
              <a:ext uri="{FF2B5EF4-FFF2-40B4-BE49-F238E27FC236}">
                <a16:creationId xmlns:a16="http://schemas.microsoft.com/office/drawing/2014/main" id="{36FB8F8E-5D83-4B4C-972D-CA718008BDA1}"/>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066800" y="6162675"/>
            <a:ext cx="18764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26A2570A-1A2C-4A35-A2A8-20FC339E87B2}"/>
              </a:ext>
            </a:extLst>
          </p:cNvPr>
          <p:cNvCxnSpPr/>
          <p:nvPr userDrawn="1"/>
        </p:nvCxnSpPr>
        <p:spPr>
          <a:xfrm>
            <a:off x="3216275" y="6410325"/>
            <a:ext cx="79470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8" name="Picture 10">
            <a:extLst>
              <a:ext uri="{FF2B5EF4-FFF2-40B4-BE49-F238E27FC236}">
                <a16:creationId xmlns:a16="http://schemas.microsoft.com/office/drawing/2014/main" id="{B13416F5-916C-4837-827B-8DCF12C6A70B}"/>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066800" y="434975"/>
            <a:ext cx="66516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8"/>
          <p:cNvSpPr>
            <a:spLocks noGrp="1"/>
          </p:cNvSpPr>
          <p:nvPr>
            <p:ph type="body" sz="quarter" idx="10"/>
          </p:nvPr>
        </p:nvSpPr>
        <p:spPr>
          <a:xfrm>
            <a:off x="2039257" y="2536404"/>
            <a:ext cx="4608327" cy="1867463"/>
          </a:xfrm>
        </p:spPr>
        <p:txBody>
          <a:bodyPr>
            <a:noAutofit/>
          </a:bodyPr>
          <a:lstStyle>
            <a:lvl1pPr marL="0" indent="0">
              <a:buNone/>
              <a:defRPr sz="6000" b="1" baseline="0">
                <a:solidFill>
                  <a:srgbClr val="FF2E2E"/>
                </a:solidFill>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p:txBody>
      </p:sp>
      <p:sp>
        <p:nvSpPr>
          <p:cNvPr id="16" name="Text Placeholder 15"/>
          <p:cNvSpPr>
            <a:spLocks noGrp="1"/>
          </p:cNvSpPr>
          <p:nvPr>
            <p:ph type="body" sz="quarter" idx="11"/>
          </p:nvPr>
        </p:nvSpPr>
        <p:spPr>
          <a:xfrm>
            <a:off x="2039258" y="4614421"/>
            <a:ext cx="5047714" cy="399945"/>
          </a:xfrm>
        </p:spPr>
        <p:txBody>
          <a:bodyPr>
            <a:normAutofit/>
          </a:bodyPr>
          <a:lstStyle>
            <a:lvl1pPr marL="0" indent="0">
              <a:lnSpc>
                <a:spcPct val="100000"/>
              </a:lnSpc>
              <a:buNone/>
              <a:defRPr sz="1400" baseline="0">
                <a:solidFill>
                  <a:srgbClr val="38516D"/>
                </a:solidFill>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37857426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3C8A66-7A85-4E90-AD1E-D852C23C8034}"/>
              </a:ext>
            </a:extLst>
          </p:cNvPr>
          <p:cNvSpPr/>
          <p:nvPr userDrawn="1"/>
        </p:nvSpPr>
        <p:spPr>
          <a:xfrm>
            <a:off x="365125" y="320675"/>
            <a:ext cx="11430000" cy="6216650"/>
          </a:xfrm>
          <a:prstGeom prst="rect">
            <a:avLst/>
          </a:prstGeom>
          <a:solidFill>
            <a:srgbClr val="FFF3F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 name="Straight Connector 4">
            <a:extLst>
              <a:ext uri="{FF2B5EF4-FFF2-40B4-BE49-F238E27FC236}">
                <a16:creationId xmlns:a16="http://schemas.microsoft.com/office/drawing/2014/main" id="{3CB263D6-2D32-48DE-B6D8-F9162BF0925F}"/>
              </a:ext>
            </a:extLst>
          </p:cNvPr>
          <p:cNvCxnSpPr/>
          <p:nvPr userDrawn="1"/>
        </p:nvCxnSpPr>
        <p:spPr>
          <a:xfrm>
            <a:off x="2987675" y="61833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6" name="Picture 8">
            <a:extLst>
              <a:ext uri="{FF2B5EF4-FFF2-40B4-BE49-F238E27FC236}">
                <a16:creationId xmlns:a16="http://schemas.microsoft.com/office/drawing/2014/main" id="{ABEE9C22-17B2-4D9B-AD31-FED844AEA52C}"/>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38200" y="60404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630B22C9-EDB7-412C-A68A-364FCAC176FA}"/>
              </a:ext>
            </a:extLst>
          </p:cNvPr>
          <p:cNvCxnSpPr/>
          <p:nvPr userDrawn="1"/>
        </p:nvCxnSpPr>
        <p:spPr>
          <a:xfrm>
            <a:off x="2987675" y="62880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38200" y="788563"/>
            <a:ext cx="10515600" cy="1090113"/>
          </a:xfrm>
        </p:spPr>
        <p:txBody>
          <a:bodyPr>
            <a:normAutofit/>
          </a:bodyPr>
          <a:lstStyle>
            <a:lvl1pPr>
              <a:defRPr sz="4800" b="1" baseline="0"/>
            </a:lvl1pPr>
          </a:lstStyle>
          <a:p>
            <a:r>
              <a:rPr lang="en-US"/>
              <a:t>Click to edit Master title style</a:t>
            </a:r>
            <a:endParaRPr lang="en-US" dirty="0"/>
          </a:p>
        </p:txBody>
      </p:sp>
      <p:sp>
        <p:nvSpPr>
          <p:cNvPr id="3" name="Content Placeholder 2"/>
          <p:cNvSpPr>
            <a:spLocks noGrp="1"/>
          </p:cNvSpPr>
          <p:nvPr>
            <p:ph idx="1"/>
          </p:nvPr>
        </p:nvSpPr>
        <p:spPr>
          <a:xfrm>
            <a:off x="838200" y="2144683"/>
            <a:ext cx="10515600" cy="3762851"/>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8" name="Footer Placeholder 4">
            <a:extLst>
              <a:ext uri="{FF2B5EF4-FFF2-40B4-BE49-F238E27FC236}">
                <a16:creationId xmlns:a16="http://schemas.microsoft.com/office/drawing/2014/main" id="{00487C7B-8C63-4C80-97A6-34B4F97FB80C}"/>
              </a:ext>
            </a:extLst>
          </p:cNvPr>
          <p:cNvSpPr>
            <a:spLocks noGrp="1"/>
          </p:cNvSpPr>
          <p:nvPr>
            <p:ph type="ftr" sz="quarter" idx="10"/>
          </p:nvPr>
        </p:nvSpPr>
        <p:spPr>
          <a:xfrm>
            <a:off x="838200" y="6040438"/>
            <a:ext cx="10515600" cy="365125"/>
          </a:xfrm>
        </p:spPr>
        <p:txBody>
          <a:bodyPr/>
          <a:lstStyle>
            <a:lvl1pPr>
              <a:defRPr dirty="0"/>
            </a:lvl1pPr>
          </a:lstStyle>
          <a:p>
            <a:pPr>
              <a:defRPr/>
            </a:pPr>
            <a:endParaRPr lang="en-US"/>
          </a:p>
        </p:txBody>
      </p:sp>
    </p:spTree>
    <p:extLst>
      <p:ext uri="{BB962C8B-B14F-4D97-AF65-F5344CB8AC3E}">
        <p14:creationId xmlns:p14="http://schemas.microsoft.com/office/powerpoint/2010/main" val="35309230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C86B0F-3F75-4837-9794-F0F1EE9B8E19}"/>
              </a:ext>
            </a:extLst>
          </p:cNvPr>
          <p:cNvSpPr/>
          <p:nvPr userDrawn="1"/>
        </p:nvSpPr>
        <p:spPr>
          <a:xfrm>
            <a:off x="365125" y="320675"/>
            <a:ext cx="11430000" cy="6216650"/>
          </a:xfrm>
          <a:prstGeom prst="rect">
            <a:avLst/>
          </a:prstGeom>
          <a:solidFill>
            <a:srgbClr val="FFF3F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6" name="Straight Connector 5">
            <a:extLst>
              <a:ext uri="{FF2B5EF4-FFF2-40B4-BE49-F238E27FC236}">
                <a16:creationId xmlns:a16="http://schemas.microsoft.com/office/drawing/2014/main" id="{C0AE9DAD-F9CB-4799-8330-8E197BC1E14E}"/>
              </a:ext>
            </a:extLst>
          </p:cNvPr>
          <p:cNvCxnSpPr/>
          <p:nvPr userDrawn="1"/>
        </p:nvCxnSpPr>
        <p:spPr>
          <a:xfrm>
            <a:off x="2987675" y="61833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7" name="Picture 8">
            <a:extLst>
              <a:ext uri="{FF2B5EF4-FFF2-40B4-BE49-F238E27FC236}">
                <a16:creationId xmlns:a16="http://schemas.microsoft.com/office/drawing/2014/main" id="{3AB4CD0D-A07D-4FB5-B515-0D2B7DAC576B}"/>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38200" y="60404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076A3BC7-FBAD-4FF0-82A7-57A03888794A}"/>
              </a:ext>
            </a:extLst>
          </p:cNvPr>
          <p:cNvCxnSpPr/>
          <p:nvPr userDrawn="1"/>
        </p:nvCxnSpPr>
        <p:spPr>
          <a:xfrm>
            <a:off x="2987675" y="62880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13" name="Picture Placeholder 12"/>
          <p:cNvSpPr>
            <a:spLocks noGrp="1"/>
          </p:cNvSpPr>
          <p:nvPr>
            <p:ph type="pic" sz="quarter" idx="12"/>
          </p:nvPr>
        </p:nvSpPr>
        <p:spPr>
          <a:xfrm>
            <a:off x="5867400" y="1279525"/>
            <a:ext cx="5486400" cy="3679825"/>
          </a:xfrm>
          <a:noFill/>
          <a:ln>
            <a:solidFill>
              <a:srgbClr val="FF2E2E"/>
            </a:solidFill>
          </a:ln>
        </p:spPr>
        <p:txBody>
          <a:bodyPr rtlCol="0">
            <a:normAutofit/>
          </a:bodyPr>
          <a:lstStyle>
            <a:lvl1pPr marL="0" indent="0">
              <a:buNone/>
              <a:defRPr sz="1800">
                <a:solidFill>
                  <a:srgbClr val="100F5E"/>
                </a:solidFill>
              </a:defRPr>
            </a:lvl1pPr>
          </a:lstStyle>
          <a:p>
            <a:pPr lvl="0"/>
            <a:r>
              <a:rPr lang="en-US" noProof="0"/>
              <a:t>Click icon to add picture</a:t>
            </a:r>
            <a:endParaRPr lang="en-US" noProof="0" dirty="0"/>
          </a:p>
        </p:txBody>
      </p:sp>
      <p:sp>
        <p:nvSpPr>
          <p:cNvPr id="12" name="Title 1"/>
          <p:cNvSpPr>
            <a:spLocks noGrp="1"/>
          </p:cNvSpPr>
          <p:nvPr>
            <p:ph type="title"/>
          </p:nvPr>
        </p:nvSpPr>
        <p:spPr>
          <a:xfrm>
            <a:off x="831849" y="1280160"/>
            <a:ext cx="3457517" cy="1569918"/>
          </a:xfrm>
        </p:spPr>
        <p:txBody>
          <a:bodyPr anchor="b">
            <a:normAutofit/>
          </a:bodyPr>
          <a:lstStyle>
            <a:lvl1pPr>
              <a:defRPr sz="5400" b="1" baseline="0"/>
            </a:lvl1pPr>
          </a:lstStyle>
          <a:p>
            <a:r>
              <a:rPr lang="en-US"/>
              <a:t>Click to edit Master title style</a:t>
            </a:r>
            <a:endParaRPr lang="en-US" dirty="0"/>
          </a:p>
        </p:txBody>
      </p:sp>
      <p:sp>
        <p:nvSpPr>
          <p:cNvPr id="14" name="Text Placeholder 2"/>
          <p:cNvSpPr>
            <a:spLocks noGrp="1"/>
          </p:cNvSpPr>
          <p:nvPr>
            <p:ph type="body" idx="1"/>
          </p:nvPr>
        </p:nvSpPr>
        <p:spPr>
          <a:xfrm>
            <a:off x="838200" y="2993350"/>
            <a:ext cx="3457516" cy="196600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rgbClr val="100F5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Footer Placeholder 4">
            <a:extLst>
              <a:ext uri="{FF2B5EF4-FFF2-40B4-BE49-F238E27FC236}">
                <a16:creationId xmlns:a16="http://schemas.microsoft.com/office/drawing/2014/main" id="{EC769FC7-41EC-4FE6-A38C-834C629DA0BE}"/>
              </a:ext>
            </a:extLst>
          </p:cNvPr>
          <p:cNvSpPr>
            <a:spLocks noGrp="1"/>
          </p:cNvSpPr>
          <p:nvPr>
            <p:ph type="ftr" sz="quarter" idx="13"/>
          </p:nvPr>
        </p:nvSpPr>
        <p:spPr>
          <a:xfrm>
            <a:off x="838200" y="6040438"/>
            <a:ext cx="10515600" cy="365125"/>
          </a:xfrm>
        </p:spPr>
        <p:txBody>
          <a:bodyPr/>
          <a:lstStyle>
            <a:lvl1pPr>
              <a:defRPr dirty="0"/>
            </a:lvl1pPr>
          </a:lstStyle>
          <a:p>
            <a:pPr>
              <a:defRPr/>
            </a:pPr>
            <a:endParaRPr lang="en-US"/>
          </a:p>
        </p:txBody>
      </p:sp>
    </p:spTree>
    <p:extLst>
      <p:ext uri="{BB962C8B-B14F-4D97-AF65-F5344CB8AC3E}">
        <p14:creationId xmlns:p14="http://schemas.microsoft.com/office/powerpoint/2010/main" val="29985343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6F9AF2-D0C5-4E28-A8D0-E854AAC3B79F}"/>
              </a:ext>
            </a:extLst>
          </p:cNvPr>
          <p:cNvSpPr/>
          <p:nvPr userDrawn="1"/>
        </p:nvSpPr>
        <p:spPr>
          <a:xfrm>
            <a:off x="365125" y="320675"/>
            <a:ext cx="11430000" cy="6216650"/>
          </a:xfrm>
          <a:prstGeom prst="rect">
            <a:avLst/>
          </a:prstGeom>
          <a:solidFill>
            <a:srgbClr val="FFF3F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6" name="Straight Connector 5">
            <a:extLst>
              <a:ext uri="{FF2B5EF4-FFF2-40B4-BE49-F238E27FC236}">
                <a16:creationId xmlns:a16="http://schemas.microsoft.com/office/drawing/2014/main" id="{D9232B3B-C7B8-4640-BD2E-5648944EF4E9}"/>
              </a:ext>
            </a:extLst>
          </p:cNvPr>
          <p:cNvCxnSpPr/>
          <p:nvPr userDrawn="1"/>
        </p:nvCxnSpPr>
        <p:spPr>
          <a:xfrm>
            <a:off x="2987675" y="61833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7" name="Picture 8">
            <a:extLst>
              <a:ext uri="{FF2B5EF4-FFF2-40B4-BE49-F238E27FC236}">
                <a16:creationId xmlns:a16="http://schemas.microsoft.com/office/drawing/2014/main" id="{58CDB5FA-58CF-4DB5-88B5-5F90BF5703E7}"/>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38200" y="60404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B0FE3A9E-9A9E-4878-A449-ABB0E3B9A193}"/>
              </a:ext>
            </a:extLst>
          </p:cNvPr>
          <p:cNvCxnSpPr/>
          <p:nvPr userDrawn="1"/>
        </p:nvCxnSpPr>
        <p:spPr>
          <a:xfrm>
            <a:off x="2987675" y="62880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838200" y="788563"/>
            <a:ext cx="10515600" cy="1090113"/>
          </a:xfrm>
        </p:spPr>
        <p:txBody>
          <a:bodyPr>
            <a:normAutofit/>
          </a:bodyPr>
          <a:lstStyle>
            <a:lvl1pPr>
              <a:defRPr sz="4800" b="1" baseline="0"/>
            </a:lvl1pPr>
          </a:lstStyle>
          <a:p>
            <a:r>
              <a:rPr lang="en-US"/>
              <a:t>Click to edit Master title style</a:t>
            </a:r>
            <a:endParaRPr lang="en-US" dirty="0"/>
          </a:p>
        </p:txBody>
      </p:sp>
      <p:sp>
        <p:nvSpPr>
          <p:cNvPr id="14" name="Content Placeholder 2"/>
          <p:cNvSpPr>
            <a:spLocks noGrp="1"/>
          </p:cNvSpPr>
          <p:nvPr>
            <p:ph idx="1"/>
          </p:nvPr>
        </p:nvSpPr>
        <p:spPr>
          <a:xfrm>
            <a:off x="838200" y="2144683"/>
            <a:ext cx="5170714" cy="3762851"/>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15" name="Content Placeholder 2"/>
          <p:cNvSpPr>
            <a:spLocks noGrp="1"/>
          </p:cNvSpPr>
          <p:nvPr>
            <p:ph idx="12"/>
          </p:nvPr>
        </p:nvSpPr>
        <p:spPr>
          <a:xfrm>
            <a:off x="6183086" y="2144682"/>
            <a:ext cx="5170714" cy="3762851"/>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9" name="Footer Placeholder 4">
            <a:extLst>
              <a:ext uri="{FF2B5EF4-FFF2-40B4-BE49-F238E27FC236}">
                <a16:creationId xmlns:a16="http://schemas.microsoft.com/office/drawing/2014/main" id="{BCBF43B2-8BA5-4EE6-BBDE-8B99F0E7A65E}"/>
              </a:ext>
            </a:extLst>
          </p:cNvPr>
          <p:cNvSpPr>
            <a:spLocks noGrp="1"/>
          </p:cNvSpPr>
          <p:nvPr>
            <p:ph type="ftr" sz="quarter" idx="13"/>
          </p:nvPr>
        </p:nvSpPr>
        <p:spPr>
          <a:xfrm>
            <a:off x="838200" y="6040438"/>
            <a:ext cx="10515600" cy="365125"/>
          </a:xfrm>
        </p:spPr>
        <p:txBody>
          <a:bodyPr/>
          <a:lstStyle>
            <a:lvl1pPr>
              <a:defRPr dirty="0"/>
            </a:lvl1pPr>
          </a:lstStyle>
          <a:p>
            <a:pPr>
              <a:defRPr/>
            </a:pPr>
            <a:endParaRPr lang="en-US"/>
          </a:p>
        </p:txBody>
      </p:sp>
    </p:spTree>
    <p:extLst>
      <p:ext uri="{BB962C8B-B14F-4D97-AF65-F5344CB8AC3E}">
        <p14:creationId xmlns:p14="http://schemas.microsoft.com/office/powerpoint/2010/main" val="24530340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4B1D31-23EF-4012-B95B-EC9391FDCACA}"/>
              </a:ext>
            </a:extLst>
          </p:cNvPr>
          <p:cNvSpPr/>
          <p:nvPr userDrawn="1"/>
        </p:nvSpPr>
        <p:spPr>
          <a:xfrm>
            <a:off x="365125" y="320675"/>
            <a:ext cx="11430000" cy="6216650"/>
          </a:xfrm>
          <a:prstGeom prst="rect">
            <a:avLst/>
          </a:prstGeom>
          <a:solidFill>
            <a:srgbClr val="FFF3F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8" name="Straight Connector 7">
            <a:extLst>
              <a:ext uri="{FF2B5EF4-FFF2-40B4-BE49-F238E27FC236}">
                <a16:creationId xmlns:a16="http://schemas.microsoft.com/office/drawing/2014/main" id="{E8DFA45B-C4EF-465C-A7D4-063D0EAB58ED}"/>
              </a:ext>
            </a:extLst>
          </p:cNvPr>
          <p:cNvCxnSpPr/>
          <p:nvPr userDrawn="1"/>
        </p:nvCxnSpPr>
        <p:spPr>
          <a:xfrm>
            <a:off x="2987675" y="61833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D455B08-D1E5-4F2D-9419-2B619C8467BF}"/>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38200" y="60404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a:extLst>
              <a:ext uri="{FF2B5EF4-FFF2-40B4-BE49-F238E27FC236}">
                <a16:creationId xmlns:a16="http://schemas.microsoft.com/office/drawing/2014/main" id="{07B7F98E-0565-4D0A-A494-ADA9BF5B7A64}"/>
              </a:ext>
            </a:extLst>
          </p:cNvPr>
          <p:cNvCxnSpPr/>
          <p:nvPr userDrawn="1"/>
        </p:nvCxnSpPr>
        <p:spPr>
          <a:xfrm>
            <a:off x="2987675" y="62880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839788" y="2021947"/>
            <a:ext cx="5157787" cy="483128"/>
          </a:xfrm>
        </p:spPr>
        <p:txBody>
          <a:bodyPr anchor="b"/>
          <a:lstStyle>
            <a:lvl1pPr marL="0" indent="0">
              <a:buNone/>
              <a:defRPr sz="2400" b="1">
                <a:solidFill>
                  <a:srgbClr val="FFA63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172200" y="2021947"/>
            <a:ext cx="5183188" cy="483128"/>
          </a:xfrm>
        </p:spPr>
        <p:txBody>
          <a:bodyPr anchor="b"/>
          <a:lstStyle>
            <a:lvl1pPr marL="0" indent="0">
              <a:buNone/>
              <a:defRPr sz="2400" b="1">
                <a:solidFill>
                  <a:srgbClr val="FFA63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p:cNvSpPr>
            <a:spLocks noGrp="1"/>
          </p:cNvSpPr>
          <p:nvPr>
            <p:ph type="title"/>
          </p:nvPr>
        </p:nvSpPr>
        <p:spPr>
          <a:xfrm>
            <a:off x="838200" y="788563"/>
            <a:ext cx="10515600" cy="1090113"/>
          </a:xfrm>
        </p:spPr>
        <p:txBody>
          <a:bodyPr>
            <a:normAutofit/>
          </a:bodyPr>
          <a:lstStyle>
            <a:lvl1pPr>
              <a:defRPr sz="4800" b="1" baseline="0"/>
            </a:lvl1pPr>
          </a:lstStyle>
          <a:p>
            <a:r>
              <a:rPr lang="en-US"/>
              <a:t>Click to edit Master title style</a:t>
            </a:r>
            <a:endParaRPr lang="en-US" dirty="0"/>
          </a:p>
        </p:txBody>
      </p:sp>
      <p:sp>
        <p:nvSpPr>
          <p:cNvPr id="12" name="Content Placeholder 2"/>
          <p:cNvSpPr>
            <a:spLocks noGrp="1"/>
          </p:cNvSpPr>
          <p:nvPr>
            <p:ph idx="13"/>
          </p:nvPr>
        </p:nvSpPr>
        <p:spPr>
          <a:xfrm>
            <a:off x="838200" y="2656115"/>
            <a:ext cx="5170714" cy="3251419"/>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13" name="Content Placeholder 2"/>
          <p:cNvSpPr>
            <a:spLocks noGrp="1"/>
          </p:cNvSpPr>
          <p:nvPr>
            <p:ph idx="14"/>
          </p:nvPr>
        </p:nvSpPr>
        <p:spPr>
          <a:xfrm>
            <a:off x="6183086" y="2656114"/>
            <a:ext cx="5170714" cy="3251419"/>
          </a:xfrm>
          <a:ln>
            <a:noFill/>
          </a:ln>
        </p:spPr>
        <p:txBody>
          <a:bodyPr>
            <a:normAutofit/>
          </a:bodyPr>
          <a:lstStyle>
            <a:lvl1pPr marL="0" indent="0">
              <a:buNone/>
              <a:defRPr sz="1400" baseline="0">
                <a:solidFill>
                  <a:srgbClr val="100F5E"/>
                </a:solidFill>
              </a:defRPr>
            </a:lvl1pPr>
          </a:lstStyle>
          <a:p>
            <a:pPr lvl="0"/>
            <a:r>
              <a:rPr lang="en-US"/>
              <a:t>Click to edit Master text styles</a:t>
            </a:r>
          </a:p>
        </p:txBody>
      </p:sp>
      <p:sp>
        <p:nvSpPr>
          <p:cNvPr id="14" name="Footer Placeholder 4">
            <a:extLst>
              <a:ext uri="{FF2B5EF4-FFF2-40B4-BE49-F238E27FC236}">
                <a16:creationId xmlns:a16="http://schemas.microsoft.com/office/drawing/2014/main" id="{B74E2B74-50DE-4E00-AEA6-87803FF6E392}"/>
              </a:ext>
            </a:extLst>
          </p:cNvPr>
          <p:cNvSpPr>
            <a:spLocks noGrp="1"/>
          </p:cNvSpPr>
          <p:nvPr>
            <p:ph type="ftr" sz="quarter" idx="15"/>
          </p:nvPr>
        </p:nvSpPr>
        <p:spPr>
          <a:xfrm>
            <a:off x="838200" y="6040438"/>
            <a:ext cx="10515600" cy="365125"/>
          </a:xfrm>
        </p:spPr>
        <p:txBody>
          <a:bodyPr/>
          <a:lstStyle>
            <a:lvl1pPr>
              <a:defRPr dirty="0"/>
            </a:lvl1pPr>
          </a:lstStyle>
          <a:p>
            <a:pPr>
              <a:defRPr/>
            </a:pPr>
            <a:endParaRPr lang="en-US"/>
          </a:p>
        </p:txBody>
      </p:sp>
    </p:spTree>
    <p:extLst>
      <p:ext uri="{BB962C8B-B14F-4D97-AF65-F5344CB8AC3E}">
        <p14:creationId xmlns:p14="http://schemas.microsoft.com/office/powerpoint/2010/main" val="2299326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DBBFBDB2-CB63-41AE-936D-03A1FA3A32C6}"/>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163050" y="0"/>
            <a:ext cx="20875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a:extLst>
              <a:ext uri="{FF2B5EF4-FFF2-40B4-BE49-F238E27FC236}">
                <a16:creationId xmlns:a16="http://schemas.microsoft.com/office/drawing/2014/main" id="{9570B0D6-C1A2-4535-AF1B-62A87B8A4E12}"/>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104900" y="434975"/>
            <a:ext cx="66516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97DCBFF-2354-4119-826B-904F7CC74588}"/>
              </a:ext>
            </a:extLst>
          </p:cNvPr>
          <p:cNvCxnSpPr/>
          <p:nvPr userDrawn="1"/>
        </p:nvCxnSpPr>
        <p:spPr>
          <a:xfrm>
            <a:off x="3254375" y="6305550"/>
            <a:ext cx="79089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6" name="Picture 9">
            <a:extLst>
              <a:ext uri="{FF2B5EF4-FFF2-40B4-BE49-F238E27FC236}">
                <a16:creationId xmlns:a16="http://schemas.microsoft.com/office/drawing/2014/main" id="{3C1D1FFC-00DA-4BF1-9EA9-BEC340FD66AA}"/>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104900" y="6162675"/>
            <a:ext cx="18764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6B63E7CA-9DDC-4CBD-AA90-A98F2B8B1266}"/>
              </a:ext>
            </a:extLst>
          </p:cNvPr>
          <p:cNvCxnSpPr/>
          <p:nvPr userDrawn="1"/>
        </p:nvCxnSpPr>
        <p:spPr>
          <a:xfrm>
            <a:off x="3254375" y="6410325"/>
            <a:ext cx="79089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927290" y="2352698"/>
            <a:ext cx="7594600" cy="2552246"/>
          </a:xfrm>
        </p:spPr>
        <p:txBody>
          <a:bodyPr>
            <a:noAutofit/>
          </a:bodyPr>
          <a:lstStyle>
            <a:lvl1pPr>
              <a:lnSpc>
                <a:spcPct val="100000"/>
              </a:lnSpc>
              <a:defRPr sz="5400" b="1" baseline="0"/>
            </a:lvl1pPr>
          </a:lstStyle>
          <a:p>
            <a:r>
              <a:rPr lang="en-US"/>
              <a:t>Click to edit Master title style</a:t>
            </a:r>
            <a:endParaRPr lang="en-US" dirty="0"/>
          </a:p>
        </p:txBody>
      </p:sp>
    </p:spTree>
    <p:extLst>
      <p:ext uri="{BB962C8B-B14F-4D97-AF65-F5344CB8AC3E}">
        <p14:creationId xmlns:p14="http://schemas.microsoft.com/office/powerpoint/2010/main" val="1553383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AEB51-D7E0-495A-B494-456F50CB24D1}"/>
              </a:ext>
            </a:extLst>
          </p:cNvPr>
          <p:cNvSpPr/>
          <p:nvPr userDrawn="1"/>
        </p:nvSpPr>
        <p:spPr>
          <a:xfrm>
            <a:off x="0" y="0"/>
            <a:ext cx="12192000" cy="6858000"/>
          </a:xfrm>
          <a:prstGeom prst="rect">
            <a:avLst/>
          </a:prstGeom>
          <a:solidFill>
            <a:srgbClr val="FF2E2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8" name="Picture 8">
            <a:extLst>
              <a:ext uri="{FF2B5EF4-FFF2-40B4-BE49-F238E27FC236}">
                <a16:creationId xmlns:a16="http://schemas.microsoft.com/office/drawing/2014/main" id="{8DDDA8BE-50E1-430C-88C7-CAA7C2BE4E70}"/>
              </a:ext>
            </a:extLst>
          </p:cNvPr>
          <p:cNvPicPr>
            <a:picLocks noChangeAspect="1" noChangeArrowheads="1"/>
          </p:cNvPicPr>
          <p:nvPr userDrawn="1"/>
        </p:nvPicPr>
        <p:blipFill>
          <a:blip r:embed="rId2" cstate="screen">
            <a:biLevel thresh="25000"/>
            <a:extLst>
              <a:ext uri="{28A0092B-C50C-407E-A947-70E740481C1C}">
                <a14:useLocalDpi xmlns:a14="http://schemas.microsoft.com/office/drawing/2010/main"/>
              </a:ext>
            </a:extLst>
          </a:blip>
          <a:srcRect/>
          <a:stretch>
            <a:fillRect/>
          </a:stretch>
        </p:blipFill>
        <p:spPr bwMode="auto">
          <a:xfrm>
            <a:off x="9274175" y="-15875"/>
            <a:ext cx="2244725"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8E3C45A1-0F9B-4A19-87BD-8E88C1205BA8}"/>
              </a:ext>
            </a:extLst>
          </p:cNvPr>
          <p:cNvCxnSpPr/>
          <p:nvPr userDrawn="1"/>
        </p:nvCxnSpPr>
        <p:spPr>
          <a:xfrm>
            <a:off x="3216275" y="6305796"/>
            <a:ext cx="79470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A1AD404-42A7-4161-A3D6-F9C2DE8A451E}"/>
              </a:ext>
            </a:extLst>
          </p:cNvPr>
          <p:cNvPicPr>
            <a:picLocks noChangeAspect="1"/>
          </p:cNvPicPr>
          <p:nvPr userDrawn="1"/>
        </p:nvPicPr>
        <p:blipFill>
          <a:blip r:embed="rId3" cstate="screen">
            <a:biLevel thresh="25000"/>
            <a:extLst>
              <a:ext uri="{28A0092B-C50C-407E-A947-70E740481C1C}">
                <a14:useLocalDpi xmlns:a14="http://schemas.microsoft.com/office/drawing/2010/main"/>
              </a:ext>
            </a:extLst>
          </a:blip>
          <a:srcRect/>
          <a:stretch/>
        </p:blipFill>
        <p:spPr>
          <a:xfrm>
            <a:off x="1070306" y="6162525"/>
            <a:ext cx="1869991" cy="319457"/>
          </a:xfrm>
          <a:prstGeom prst="rect">
            <a:avLst/>
          </a:prstGeom>
        </p:spPr>
      </p:pic>
      <p:cxnSp>
        <p:nvCxnSpPr>
          <p:cNvPr id="11" name="Straight Connector 10">
            <a:extLst>
              <a:ext uri="{FF2B5EF4-FFF2-40B4-BE49-F238E27FC236}">
                <a16:creationId xmlns:a16="http://schemas.microsoft.com/office/drawing/2014/main" id="{48017380-A53E-4224-A6F8-5805625418CE}"/>
              </a:ext>
            </a:extLst>
          </p:cNvPr>
          <p:cNvCxnSpPr/>
          <p:nvPr userDrawn="1"/>
        </p:nvCxnSpPr>
        <p:spPr>
          <a:xfrm>
            <a:off x="3216275" y="6410696"/>
            <a:ext cx="79470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AC3CAD7C-8492-494F-B461-3E5468444B4D}"/>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tretch>
            <a:fillRect/>
          </a:stretch>
        </p:blipFill>
        <p:spPr>
          <a:xfrm>
            <a:off x="1066800" y="434343"/>
            <a:ext cx="508215" cy="504441"/>
          </a:xfrm>
          <a:prstGeom prst="rect">
            <a:avLst/>
          </a:prstGeom>
        </p:spPr>
      </p:pic>
    </p:spTree>
    <p:extLst>
      <p:ext uri="{BB962C8B-B14F-4D97-AF65-F5344CB8AC3E}">
        <p14:creationId xmlns:p14="http://schemas.microsoft.com/office/powerpoint/2010/main" val="14550961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86E470-1699-4251-838E-49C2A1C0C1DC}"/>
              </a:ext>
            </a:extLst>
          </p:cNvPr>
          <p:cNvSpPr/>
          <p:nvPr userDrawn="1"/>
        </p:nvSpPr>
        <p:spPr>
          <a:xfrm>
            <a:off x="365125" y="320675"/>
            <a:ext cx="11430000" cy="6216650"/>
          </a:xfrm>
          <a:prstGeom prst="rect">
            <a:avLst/>
          </a:prstGeom>
          <a:solidFill>
            <a:srgbClr val="FFF3F3">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6" name="Straight Connector 5">
            <a:extLst>
              <a:ext uri="{FF2B5EF4-FFF2-40B4-BE49-F238E27FC236}">
                <a16:creationId xmlns:a16="http://schemas.microsoft.com/office/drawing/2014/main" id="{718BF36C-BC3C-4CA4-8FBB-D7C38E6ECB60}"/>
              </a:ext>
            </a:extLst>
          </p:cNvPr>
          <p:cNvCxnSpPr/>
          <p:nvPr userDrawn="1"/>
        </p:nvCxnSpPr>
        <p:spPr>
          <a:xfrm>
            <a:off x="2987675" y="6183313"/>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pic>
        <p:nvPicPr>
          <p:cNvPr id="7" name="Picture 8">
            <a:extLst>
              <a:ext uri="{FF2B5EF4-FFF2-40B4-BE49-F238E27FC236}">
                <a16:creationId xmlns:a16="http://schemas.microsoft.com/office/drawing/2014/main" id="{C3EB05BD-2B75-47F2-B5E8-B2279C897D57}"/>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38200" y="6040438"/>
            <a:ext cx="18764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FF3D98DD-FA7A-4E63-9FF5-5FED6D4D3A17}"/>
              </a:ext>
            </a:extLst>
          </p:cNvPr>
          <p:cNvCxnSpPr/>
          <p:nvPr userDrawn="1"/>
        </p:nvCxnSpPr>
        <p:spPr>
          <a:xfrm>
            <a:off x="2987675" y="6288088"/>
            <a:ext cx="8366125" cy="0"/>
          </a:xfrm>
          <a:prstGeom prst="line">
            <a:avLst/>
          </a:prstGeom>
          <a:ln w="19050">
            <a:solidFill>
              <a:srgbClr val="FF2E2E"/>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1849" y="1280160"/>
            <a:ext cx="3457517" cy="1569918"/>
          </a:xfrm>
        </p:spPr>
        <p:txBody>
          <a:bodyPr anchor="b">
            <a:normAutofit/>
          </a:bodyPr>
          <a:lstStyle>
            <a:lvl1pPr>
              <a:defRPr sz="5400" b="1" baseline="0"/>
            </a:lvl1pPr>
          </a:lstStyle>
          <a:p>
            <a:r>
              <a:rPr lang="en-US"/>
              <a:t>Click to edit Master title style</a:t>
            </a:r>
            <a:endParaRPr lang="en-US" dirty="0"/>
          </a:p>
        </p:txBody>
      </p:sp>
      <p:sp>
        <p:nvSpPr>
          <p:cNvPr id="10" name="Text Placeholder 2"/>
          <p:cNvSpPr>
            <a:spLocks noGrp="1"/>
          </p:cNvSpPr>
          <p:nvPr>
            <p:ph type="body" idx="1"/>
          </p:nvPr>
        </p:nvSpPr>
        <p:spPr>
          <a:xfrm>
            <a:off x="838200" y="2993350"/>
            <a:ext cx="3457516" cy="2635554"/>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rgbClr val="100F5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12"/>
          <p:cNvSpPr>
            <a:spLocks noGrp="1"/>
          </p:cNvSpPr>
          <p:nvPr>
            <p:ph type="pic" sz="quarter" idx="12"/>
          </p:nvPr>
        </p:nvSpPr>
        <p:spPr>
          <a:xfrm>
            <a:off x="5403273" y="1279525"/>
            <a:ext cx="5950527" cy="4349379"/>
          </a:xfrm>
          <a:noFill/>
          <a:ln>
            <a:solidFill>
              <a:srgbClr val="FF2E2E"/>
            </a:solidFill>
          </a:ln>
        </p:spPr>
        <p:txBody>
          <a:bodyPr rtlCol="0">
            <a:normAutofit/>
          </a:bodyPr>
          <a:lstStyle>
            <a:lvl1pPr marL="0" indent="0">
              <a:buNone/>
              <a:defRPr sz="1800">
                <a:solidFill>
                  <a:srgbClr val="100F5E"/>
                </a:solidFill>
              </a:defRPr>
            </a:lvl1pPr>
          </a:lstStyle>
          <a:p>
            <a:pPr lvl="0"/>
            <a:r>
              <a:rPr lang="en-US" noProof="0"/>
              <a:t>Click icon to add picture</a:t>
            </a:r>
            <a:endParaRPr lang="en-US" noProof="0" dirty="0"/>
          </a:p>
        </p:txBody>
      </p:sp>
      <p:sp>
        <p:nvSpPr>
          <p:cNvPr id="11" name="Footer Placeholder 4">
            <a:extLst>
              <a:ext uri="{FF2B5EF4-FFF2-40B4-BE49-F238E27FC236}">
                <a16:creationId xmlns:a16="http://schemas.microsoft.com/office/drawing/2014/main" id="{C6ABE434-AF86-425D-AFFD-BA83B1241E6A}"/>
              </a:ext>
            </a:extLst>
          </p:cNvPr>
          <p:cNvSpPr>
            <a:spLocks noGrp="1"/>
          </p:cNvSpPr>
          <p:nvPr>
            <p:ph type="ftr" sz="quarter" idx="13"/>
          </p:nvPr>
        </p:nvSpPr>
        <p:spPr>
          <a:xfrm>
            <a:off x="838200" y="6040438"/>
            <a:ext cx="10515600" cy="365125"/>
          </a:xfrm>
        </p:spPr>
        <p:txBody>
          <a:bodyPr/>
          <a:lstStyle>
            <a:lvl1pPr>
              <a:defRPr dirty="0"/>
            </a:lvl1pPr>
          </a:lstStyle>
          <a:p>
            <a:pPr>
              <a:defRPr/>
            </a:pPr>
            <a:endParaRPr lang="en-US"/>
          </a:p>
        </p:txBody>
      </p:sp>
    </p:spTree>
    <p:extLst>
      <p:ext uri="{BB962C8B-B14F-4D97-AF65-F5344CB8AC3E}">
        <p14:creationId xmlns:p14="http://schemas.microsoft.com/office/powerpoint/2010/main" val="35507074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D4DE730-799C-4F62-947D-C243D0E59AB2}"/>
              </a:ext>
            </a:extLst>
          </p:cNvPr>
          <p:cNvSpPr>
            <a:spLocks noGrp="1"/>
          </p:cNvSpPr>
          <p:nvPr>
            <p:ph type="dt" sz="half" idx="10"/>
          </p:nvPr>
        </p:nvSpPr>
        <p:spPr/>
        <p:txBody>
          <a:bodyPr/>
          <a:lstStyle>
            <a:lvl1pPr>
              <a:defRPr/>
            </a:lvl1pPr>
          </a:lstStyle>
          <a:p>
            <a:pPr>
              <a:defRPr/>
            </a:pPr>
            <a:fld id="{0E99DCF3-10FA-4579-814A-8757E317D57E}" type="datetimeFigureOut">
              <a:rPr lang="en-US"/>
              <a:pPr>
                <a:defRPr/>
              </a:pPr>
              <a:t>2/7/2023</a:t>
            </a:fld>
            <a:endParaRPr lang="en-US"/>
          </a:p>
        </p:txBody>
      </p:sp>
      <p:sp>
        <p:nvSpPr>
          <p:cNvPr id="6" name="Footer Placeholder 4">
            <a:extLst>
              <a:ext uri="{FF2B5EF4-FFF2-40B4-BE49-F238E27FC236}">
                <a16:creationId xmlns:a16="http://schemas.microsoft.com/office/drawing/2014/main" id="{F8F9EFF9-6C92-42A4-8E2C-DD93206DD05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11DDA6C-FDF1-4705-8270-6ADB2FD3749B}"/>
              </a:ext>
            </a:extLst>
          </p:cNvPr>
          <p:cNvSpPr>
            <a:spLocks noGrp="1"/>
          </p:cNvSpPr>
          <p:nvPr>
            <p:ph type="sldNum" sz="quarter" idx="12"/>
          </p:nvPr>
        </p:nvSpPr>
        <p:spPr/>
        <p:txBody>
          <a:bodyPr/>
          <a:lstStyle>
            <a:lvl1pPr>
              <a:defRPr/>
            </a:lvl1pPr>
          </a:lstStyle>
          <a:p>
            <a:pPr>
              <a:defRPr/>
            </a:pPr>
            <a:fld id="{2ACC8938-2196-4107-AEA5-82871AA47FF3}" type="slidenum">
              <a:rPr lang="en-US"/>
              <a:pPr>
                <a:defRPr/>
              </a:pPr>
              <a:t>‹#›</a:t>
            </a:fld>
            <a:endParaRPr lang="en-US"/>
          </a:p>
        </p:txBody>
      </p:sp>
    </p:spTree>
    <p:extLst>
      <p:ext uri="{BB962C8B-B14F-4D97-AF65-F5344CB8AC3E}">
        <p14:creationId xmlns:p14="http://schemas.microsoft.com/office/powerpoint/2010/main" val="24128203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4F8A34-A6CA-4FA9-A5AF-08F7C0FD411D}"/>
              </a:ext>
            </a:extLst>
          </p:cNvPr>
          <p:cNvSpPr>
            <a:spLocks noGrp="1"/>
          </p:cNvSpPr>
          <p:nvPr>
            <p:ph type="dt" sz="half" idx="10"/>
          </p:nvPr>
        </p:nvSpPr>
        <p:spPr/>
        <p:txBody>
          <a:bodyPr/>
          <a:lstStyle>
            <a:lvl1pPr>
              <a:defRPr/>
            </a:lvl1pPr>
          </a:lstStyle>
          <a:p>
            <a:pPr>
              <a:defRPr/>
            </a:pPr>
            <a:fld id="{F3581F06-030B-4E80-AC68-C4ABB7482ED1}" type="datetimeFigureOut">
              <a:rPr lang="en-US"/>
              <a:pPr>
                <a:defRPr/>
              </a:pPr>
              <a:t>2/7/2023</a:t>
            </a:fld>
            <a:endParaRPr lang="en-US"/>
          </a:p>
        </p:txBody>
      </p:sp>
      <p:sp>
        <p:nvSpPr>
          <p:cNvPr id="5" name="Footer Placeholder 4">
            <a:extLst>
              <a:ext uri="{FF2B5EF4-FFF2-40B4-BE49-F238E27FC236}">
                <a16:creationId xmlns:a16="http://schemas.microsoft.com/office/drawing/2014/main" id="{D1CDF65C-9EC4-4B67-9C73-E77182C05C0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E671E9-6B73-40EA-99DA-0CE939BACCC2}"/>
              </a:ext>
            </a:extLst>
          </p:cNvPr>
          <p:cNvSpPr>
            <a:spLocks noGrp="1"/>
          </p:cNvSpPr>
          <p:nvPr>
            <p:ph type="sldNum" sz="quarter" idx="12"/>
          </p:nvPr>
        </p:nvSpPr>
        <p:spPr/>
        <p:txBody>
          <a:bodyPr/>
          <a:lstStyle>
            <a:lvl1pPr>
              <a:defRPr/>
            </a:lvl1pPr>
          </a:lstStyle>
          <a:p>
            <a:pPr>
              <a:defRPr/>
            </a:pPr>
            <a:fld id="{72219AB4-B540-4B1D-95B4-8AFE7BB3024D}" type="slidenum">
              <a:rPr lang="en-US"/>
              <a:pPr>
                <a:defRPr/>
              </a:pPr>
              <a:t>‹#›</a:t>
            </a:fld>
            <a:endParaRPr lang="en-US"/>
          </a:p>
        </p:txBody>
      </p:sp>
    </p:spTree>
    <p:extLst>
      <p:ext uri="{BB962C8B-B14F-4D97-AF65-F5344CB8AC3E}">
        <p14:creationId xmlns:p14="http://schemas.microsoft.com/office/powerpoint/2010/main" val="34085167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5AF18-64F3-4ED9-B6CA-C08529BBCBDA}"/>
              </a:ext>
            </a:extLst>
          </p:cNvPr>
          <p:cNvSpPr>
            <a:spLocks noGrp="1"/>
          </p:cNvSpPr>
          <p:nvPr>
            <p:ph type="dt" sz="half" idx="10"/>
          </p:nvPr>
        </p:nvSpPr>
        <p:spPr/>
        <p:txBody>
          <a:bodyPr/>
          <a:lstStyle>
            <a:lvl1pPr>
              <a:defRPr/>
            </a:lvl1pPr>
          </a:lstStyle>
          <a:p>
            <a:pPr>
              <a:defRPr/>
            </a:pPr>
            <a:fld id="{E04B69FE-8418-437B-86A9-A1D1C3A77122}" type="datetimeFigureOut">
              <a:rPr lang="en-US"/>
              <a:pPr>
                <a:defRPr/>
              </a:pPr>
              <a:t>2/7/2023</a:t>
            </a:fld>
            <a:endParaRPr lang="en-US"/>
          </a:p>
        </p:txBody>
      </p:sp>
      <p:sp>
        <p:nvSpPr>
          <p:cNvPr id="5" name="Footer Placeholder 4">
            <a:extLst>
              <a:ext uri="{FF2B5EF4-FFF2-40B4-BE49-F238E27FC236}">
                <a16:creationId xmlns:a16="http://schemas.microsoft.com/office/drawing/2014/main" id="{33766F31-4005-4BFD-980C-50424635085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FFC7663-C65F-4014-B700-807EFE17BB6A}"/>
              </a:ext>
            </a:extLst>
          </p:cNvPr>
          <p:cNvSpPr>
            <a:spLocks noGrp="1"/>
          </p:cNvSpPr>
          <p:nvPr>
            <p:ph type="sldNum" sz="quarter" idx="12"/>
          </p:nvPr>
        </p:nvSpPr>
        <p:spPr/>
        <p:txBody>
          <a:bodyPr/>
          <a:lstStyle>
            <a:lvl1pPr>
              <a:defRPr/>
            </a:lvl1pPr>
          </a:lstStyle>
          <a:p>
            <a:pPr>
              <a:defRPr/>
            </a:pPr>
            <a:fld id="{158F7A54-CEF0-472A-B387-280D290698F1}" type="slidenum">
              <a:rPr lang="en-US"/>
              <a:pPr>
                <a:defRPr/>
              </a:pPr>
              <a:t>‹#›</a:t>
            </a:fld>
            <a:endParaRPr lang="en-US"/>
          </a:p>
        </p:txBody>
      </p:sp>
    </p:spTree>
    <p:extLst>
      <p:ext uri="{BB962C8B-B14F-4D97-AF65-F5344CB8AC3E}">
        <p14:creationId xmlns:p14="http://schemas.microsoft.com/office/powerpoint/2010/main" val="204764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FE65CE8-2C73-4AE5-ABB5-85DF477798CC}"/>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8E3E993-0725-453E-91A2-2A6F35A75B57}"/>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8" descr="Pearson_Bound_White">
            <a:extLst>
              <a:ext uri="{FF2B5EF4-FFF2-40B4-BE49-F238E27FC236}">
                <a16:creationId xmlns:a16="http://schemas.microsoft.com/office/drawing/2014/main" id="{AA0BE891-CEA4-458E-97E6-85A3220D7713}"/>
              </a:ext>
            </a:extLst>
          </p:cNvPr>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10153650" y="6364288"/>
            <a:ext cx="203835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2">
            <a:extLst>
              <a:ext uri="{FF2B5EF4-FFF2-40B4-BE49-F238E27FC236}">
                <a16:creationId xmlns:a16="http://schemas.microsoft.com/office/drawing/2014/main" id="{D2DC9F67-C37C-4129-BC5D-61E0CEA2F1C6}"/>
              </a:ext>
            </a:extLst>
          </p:cNvPr>
          <p:cNvSpPr txBox="1">
            <a:spLocks noChangeArrowheads="1"/>
          </p:cNvSpPr>
          <p:nvPr userDrawn="1"/>
        </p:nvSpPr>
        <p:spPr bwMode="auto">
          <a:xfrm>
            <a:off x="0" y="6400800"/>
            <a:ext cx="325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fontAlgn="auto" hangingPunct="1">
              <a:spcBef>
                <a:spcPts val="0"/>
              </a:spcBef>
              <a:spcAft>
                <a:spcPts val="0"/>
              </a:spcAft>
              <a:defRPr/>
            </a:pPr>
            <a:r>
              <a:rPr lang="en-US" altLang="en-US" sz="1200" dirty="0">
                <a:solidFill>
                  <a:schemeClr val="bg1"/>
                </a:solidFill>
                <a:latin typeface="Verdana" panose="020B0604030504040204" pitchFamily="34" charset="0"/>
              </a:rPr>
              <a:t>THINK CRITICALLY, FACIONE &amp; GITTENS</a:t>
            </a:r>
          </a:p>
        </p:txBody>
      </p:sp>
    </p:spTree>
  </p:cSld>
  <p:clrMap bg1="lt1" tx1="dk1" bg2="lt2" tx2="dk2" accent1="accent1" accent2="accent2" accent3="accent3" accent4="accent4" accent5="accent5" accent6="accent6" hlink="hlink" folHlink="folHlink"/>
  <p:sldLayoutIdLst>
    <p:sldLayoutId id="2147484318" r:id="rId1"/>
    <p:sldLayoutId id="2147484319" r:id="rId2"/>
    <p:sldLayoutId id="2147484320" r:id="rId3"/>
    <p:sldLayoutId id="2147484321" r:id="rId4"/>
    <p:sldLayoutId id="2147484322" r:id="rId5"/>
    <p:sldLayoutId id="2147484323" r:id="rId6"/>
    <p:sldLayoutId id="2147484324" r:id="rId7"/>
    <p:sldLayoutId id="2147484325" r:id="rId8"/>
    <p:sldLayoutId id="2147484326" r:id="rId9"/>
    <p:sldLayoutId id="2147484327" r:id="rId10"/>
    <p:sldLayoutId id="2147484328" r:id="rId11"/>
    <p:sldLayoutId id="2147484312" r:id="rId12"/>
    <p:sldLayoutId id="2147484313" r:id="rId13"/>
    <p:sldLayoutId id="2147484314" r:id="rId14"/>
    <p:sldLayoutId id="2147484329" r:id="rId15"/>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defRPr>
      </a:lvl9pPr>
    </p:titleStyle>
    <p:bodyStyle>
      <a:lvl1pPr marL="228600" indent="-228600" algn="l" rtl="0" eaLnBrk="0" fontAlgn="base" hangingPunct="0">
        <a:spcBef>
          <a:spcPts val="1000"/>
        </a:spcBef>
        <a:spcAft>
          <a:spcPct val="0"/>
        </a:spcAft>
        <a:buFont typeface="Arial" panose="020B0604020202020204" pitchFamily="34" charset="0"/>
        <a:buChar char="•"/>
        <a:defRPr sz="3200" kern="1200">
          <a:solidFill>
            <a:schemeClr val="tx1"/>
          </a:solidFill>
          <a:latin typeface="+mn-lt"/>
          <a:ea typeface="+mn-ea"/>
          <a:cs typeface="+mn-cs"/>
        </a:defRPr>
      </a:lvl1pPr>
      <a:lvl2pPr marL="685800" indent="-228600" algn="l" rtl="0" eaLnBrk="0" fontAlgn="base" hangingPunct="0">
        <a:spcBef>
          <a:spcPts val="500"/>
        </a:spcBef>
        <a:spcAft>
          <a:spcPct val="0"/>
        </a:spcAft>
        <a:buFont typeface="Arial" panose="020B0604020202020204" pitchFamily="34" charset="0"/>
        <a:buChar char="•"/>
        <a:defRPr sz="2800" kern="1200">
          <a:solidFill>
            <a:srgbClr val="100F5E"/>
          </a:solidFill>
          <a:latin typeface="+mn-lt"/>
          <a:ea typeface="+mn-ea"/>
          <a:cs typeface="+mn-cs"/>
        </a:defRPr>
      </a:lvl2pPr>
      <a:lvl3pPr marL="1143000" indent="-228600" algn="l" rtl="0" eaLnBrk="0" fontAlgn="base" hangingPunct="0">
        <a:spcBef>
          <a:spcPts val="500"/>
        </a:spcBef>
        <a:spcAft>
          <a:spcPct val="0"/>
        </a:spcAft>
        <a:buFont typeface="Arial" panose="020B0604020202020204" pitchFamily="34" charset="0"/>
        <a:buChar char="•"/>
        <a:defRPr sz="2400" kern="1200">
          <a:solidFill>
            <a:srgbClr val="100F5E"/>
          </a:solidFill>
          <a:latin typeface="+mn-lt"/>
          <a:ea typeface="+mn-ea"/>
          <a:cs typeface="+mn-cs"/>
        </a:defRPr>
      </a:lvl3pPr>
      <a:lvl4pPr marL="1600200" indent="-228600" algn="l" rtl="0" eaLnBrk="0" fontAlgn="base" hangingPunct="0">
        <a:spcBef>
          <a:spcPts val="500"/>
        </a:spcBef>
        <a:spcAft>
          <a:spcPct val="0"/>
        </a:spcAft>
        <a:buFont typeface="Arial" panose="020B0604020202020204" pitchFamily="34" charset="0"/>
        <a:buChar char="•"/>
        <a:defRPr sz="2000" kern="1200">
          <a:solidFill>
            <a:srgbClr val="100F5E"/>
          </a:solidFill>
          <a:latin typeface="+mn-lt"/>
          <a:ea typeface="+mn-ea"/>
          <a:cs typeface="+mn-cs"/>
        </a:defRPr>
      </a:lvl4pPr>
      <a:lvl5pPr marL="2057400" indent="-228600" algn="l" rtl="0" eaLnBrk="0" fontAlgn="base" hangingPunct="0">
        <a:spcBef>
          <a:spcPts val="500"/>
        </a:spcBef>
        <a:spcAft>
          <a:spcPct val="0"/>
        </a:spcAft>
        <a:buFont typeface="Arial" panose="020B0604020202020204" pitchFamily="34" charset="0"/>
        <a:buChar char="•"/>
        <a:defRPr sz="2000" kern="1200">
          <a:solidFill>
            <a:srgbClr val="100F5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2A1E7F21-79CE-44E3-9E8F-466C84F1DBE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E308F3E9-A401-422D-A8CB-E691A670382F}"/>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5E0CB2D-009E-4011-BED1-C8923F5EC4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B691E6BB-FEA2-4F7E-844C-CE9BA0EF91CE}" type="datetimeFigureOut">
              <a:rPr lang="en-US"/>
              <a:pPr>
                <a:defRPr/>
              </a:pPr>
              <a:t>2/7/2023</a:t>
            </a:fld>
            <a:endParaRPr lang="en-US"/>
          </a:p>
        </p:txBody>
      </p:sp>
      <p:sp>
        <p:nvSpPr>
          <p:cNvPr id="5" name="Footer Placeholder 4">
            <a:extLst>
              <a:ext uri="{FF2B5EF4-FFF2-40B4-BE49-F238E27FC236}">
                <a16:creationId xmlns:a16="http://schemas.microsoft.com/office/drawing/2014/main" id="{D3FA44D1-7794-4839-B188-F1A9773F51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A0504E-45FA-4809-91F2-DECD251E40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EE4D6A9F-EB9A-4364-AFA0-9BDA7A917ACB}" type="slidenum">
              <a:rPr lang="en-US"/>
              <a:pPr>
                <a:defRPr/>
              </a:pPr>
              <a:t>‹#›</a:t>
            </a:fld>
            <a:endParaRPr lang="en-US"/>
          </a:p>
        </p:txBody>
      </p:sp>
      <p:sp>
        <p:nvSpPr>
          <p:cNvPr id="7" name="TextBox 6">
            <a:extLst>
              <a:ext uri="{FF2B5EF4-FFF2-40B4-BE49-F238E27FC236}">
                <a16:creationId xmlns:a16="http://schemas.microsoft.com/office/drawing/2014/main" id="{D41C08D5-318F-17BD-614F-49846846CD31}"/>
              </a:ext>
            </a:extLst>
          </p:cNvPr>
          <p:cNvSpPr txBox="1"/>
          <p:nvPr userDrawn="1"/>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 bg1="lt1" tx1="dk1" bg2="lt2" tx2="dk2" accent1="accent1" accent2="accent2" accent3="accent3" accent4="accent4" accent5="accent5" accent6="accent6" hlink="hlink" folHlink="folHlink"/>
  <p:sldLayoutIdLst>
    <p:sldLayoutId id="2147484330" r:id="rId1"/>
    <p:sldLayoutId id="2147484331" r:id="rId2"/>
    <p:sldLayoutId id="2147484332" r:id="rId3"/>
    <p:sldLayoutId id="2147484333" r:id="rId4"/>
    <p:sldLayoutId id="2147484334" r:id="rId5"/>
    <p:sldLayoutId id="2147484335" r:id="rId6"/>
    <p:sldLayoutId id="2147484336" r:id="rId7"/>
    <p:sldLayoutId id="2147484337" r:id="rId8"/>
    <p:sldLayoutId id="2147484315" r:id="rId9"/>
    <p:sldLayoutId id="2147484316" r:id="rId10"/>
    <p:sldLayoutId id="2147484317"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rial" panose="020B0604020202020204" pitchFamily="34" charset="0"/>
        </a:defRPr>
      </a:lvl2pPr>
      <a:lvl3pPr algn="l" rtl="0" fontAlgn="base">
        <a:lnSpc>
          <a:spcPct val="90000"/>
        </a:lnSpc>
        <a:spcBef>
          <a:spcPct val="0"/>
        </a:spcBef>
        <a:spcAft>
          <a:spcPct val="0"/>
        </a:spcAft>
        <a:defRPr sz="4400">
          <a:solidFill>
            <a:schemeClr val="tx1"/>
          </a:solidFill>
          <a:latin typeface="Arial" panose="020B0604020202020204" pitchFamily="34" charset="0"/>
        </a:defRPr>
      </a:lvl3pPr>
      <a:lvl4pPr algn="l" rtl="0" fontAlgn="base">
        <a:lnSpc>
          <a:spcPct val="90000"/>
        </a:lnSpc>
        <a:spcBef>
          <a:spcPct val="0"/>
        </a:spcBef>
        <a:spcAft>
          <a:spcPct val="0"/>
        </a:spcAft>
        <a:defRPr sz="4400">
          <a:solidFill>
            <a:schemeClr val="tx1"/>
          </a:solidFill>
          <a:latin typeface="Arial" panose="020B0604020202020204" pitchFamily="34" charset="0"/>
        </a:defRPr>
      </a:lvl4pPr>
      <a:lvl5pPr algn="l" rtl="0" fontAlgn="base">
        <a:lnSpc>
          <a:spcPct val="90000"/>
        </a:lnSpc>
        <a:spcBef>
          <a:spcPct val="0"/>
        </a:spcBef>
        <a:spcAft>
          <a:spcPct val="0"/>
        </a:spcAft>
        <a:defRPr sz="4400">
          <a:solidFill>
            <a:schemeClr val="tx1"/>
          </a:solidFill>
          <a:latin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Footer Placeholder 3">
            <a:extLst>
              <a:ext uri="{FF2B5EF4-FFF2-40B4-BE49-F238E27FC236}">
                <a16:creationId xmlns:a16="http://schemas.microsoft.com/office/drawing/2014/main" id="{788AC743-E9B8-4AE6-8C19-0040FF847F16}"/>
              </a:ext>
            </a:extLst>
          </p:cNvPr>
          <p:cNvSpPr txBox="1">
            <a:spLocks/>
          </p:cNvSpPr>
          <p:nvPr/>
        </p:nvSpPr>
        <p:spPr bwMode="auto">
          <a:xfrm>
            <a:off x="3657600" y="6553200"/>
            <a:ext cx="5029200"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ts val="500"/>
              </a:spcBef>
              <a:buFont typeface="Arial" panose="020B0604020202020204" pitchFamily="34" charset="0"/>
              <a:buChar char="•"/>
              <a:defRPr sz="2800">
                <a:solidFill>
                  <a:srgbClr val="100F5E"/>
                </a:solidFill>
                <a:latin typeface="Arial" panose="020B0604020202020204" pitchFamily="34" charset="0"/>
              </a:defRPr>
            </a:lvl2pPr>
            <a:lvl3pPr marL="1143000" indent="-228600">
              <a:spcBef>
                <a:spcPts val="500"/>
              </a:spcBef>
              <a:buFont typeface="Arial" panose="020B0604020202020204" pitchFamily="34" charset="0"/>
              <a:buChar char="•"/>
              <a:defRPr sz="2400">
                <a:solidFill>
                  <a:srgbClr val="100F5E"/>
                </a:solidFill>
                <a:latin typeface="Arial" panose="020B0604020202020204" pitchFamily="34" charset="0"/>
              </a:defRPr>
            </a:lvl3pPr>
            <a:lvl4pPr marL="1600200" indent="-228600">
              <a:spcBef>
                <a:spcPts val="500"/>
              </a:spcBef>
              <a:buFont typeface="Arial" panose="020B0604020202020204" pitchFamily="34" charset="0"/>
              <a:buChar char="•"/>
              <a:defRPr sz="2000">
                <a:solidFill>
                  <a:srgbClr val="100F5E"/>
                </a:solidFill>
                <a:latin typeface="Arial" panose="020B0604020202020204" pitchFamily="34" charset="0"/>
              </a:defRPr>
            </a:lvl4pPr>
            <a:lvl5pPr marL="2057400" indent="-228600">
              <a:spcBef>
                <a:spcPts val="500"/>
              </a:spcBef>
              <a:buFont typeface="Arial" panose="020B0604020202020204" pitchFamily="34" charset="0"/>
              <a:buChar char="•"/>
              <a:defRPr sz="2000">
                <a:solidFill>
                  <a:srgbClr val="100F5E"/>
                </a:solidFill>
                <a:latin typeface="Arial" panose="020B0604020202020204" pitchFamily="34" charset="0"/>
              </a:defRPr>
            </a:lvl5pPr>
            <a:lvl6pPr marL="2514600" indent="-228600" eaLnBrk="0" fontAlgn="base" hangingPunct="0">
              <a:spcBef>
                <a:spcPts val="500"/>
              </a:spcBef>
              <a:spcAft>
                <a:spcPct val="0"/>
              </a:spcAft>
              <a:buFont typeface="Arial" panose="020B0604020202020204" pitchFamily="34" charset="0"/>
              <a:buChar char="•"/>
              <a:defRPr sz="2000">
                <a:solidFill>
                  <a:srgbClr val="100F5E"/>
                </a:solidFill>
                <a:latin typeface="Arial" panose="020B0604020202020204" pitchFamily="34" charset="0"/>
              </a:defRPr>
            </a:lvl6pPr>
            <a:lvl7pPr marL="2971800" indent="-228600" eaLnBrk="0" fontAlgn="base" hangingPunct="0">
              <a:spcBef>
                <a:spcPts val="500"/>
              </a:spcBef>
              <a:spcAft>
                <a:spcPct val="0"/>
              </a:spcAft>
              <a:buFont typeface="Arial" panose="020B0604020202020204" pitchFamily="34" charset="0"/>
              <a:buChar char="•"/>
              <a:defRPr sz="2000">
                <a:solidFill>
                  <a:srgbClr val="100F5E"/>
                </a:solidFill>
                <a:latin typeface="Arial" panose="020B0604020202020204" pitchFamily="34" charset="0"/>
              </a:defRPr>
            </a:lvl7pPr>
            <a:lvl8pPr marL="3429000" indent="-228600" eaLnBrk="0" fontAlgn="base" hangingPunct="0">
              <a:spcBef>
                <a:spcPts val="500"/>
              </a:spcBef>
              <a:spcAft>
                <a:spcPct val="0"/>
              </a:spcAft>
              <a:buFont typeface="Arial" panose="020B0604020202020204" pitchFamily="34" charset="0"/>
              <a:buChar char="•"/>
              <a:defRPr sz="2000">
                <a:solidFill>
                  <a:srgbClr val="100F5E"/>
                </a:solidFill>
                <a:latin typeface="Arial" panose="020B0604020202020204" pitchFamily="34" charset="0"/>
              </a:defRPr>
            </a:lvl8pPr>
            <a:lvl9pPr marL="3886200" indent="-228600" eaLnBrk="0" fontAlgn="base" hangingPunct="0">
              <a:spcBef>
                <a:spcPts val="500"/>
              </a:spcBef>
              <a:spcAft>
                <a:spcPct val="0"/>
              </a:spcAft>
              <a:buFont typeface="Arial" panose="020B0604020202020204" pitchFamily="34" charset="0"/>
              <a:buChar char="•"/>
              <a:defRPr sz="2000">
                <a:solidFill>
                  <a:srgbClr val="100F5E"/>
                </a:solidFill>
                <a:latin typeface="Arial" panose="020B0604020202020204" pitchFamily="34" charset="0"/>
              </a:defRPr>
            </a:lvl9pPr>
          </a:lstStyle>
          <a:p>
            <a:pPr algn="ctr" eaLnBrk="1" hangingPunct="1">
              <a:spcBef>
                <a:spcPct val="0"/>
              </a:spcBef>
              <a:buFontTx/>
              <a:buNone/>
            </a:pPr>
            <a:r>
              <a:rPr lang="en-IN" altLang="en-US" sz="1000">
                <a:solidFill>
                  <a:schemeClr val="bg1"/>
                </a:solidFill>
                <a:latin typeface="Verdana" panose="020B0604030504040204" pitchFamily="34" charset="0"/>
                <a:ea typeface="ＭＳ Ｐゴシック" panose="020B0600070205080204" pitchFamily="34" charset="-128"/>
                <a:cs typeface="Arial" panose="020B0604020202020204" pitchFamily="34" charset="0"/>
              </a:rPr>
              <a:t>© 2016 by Pearson Education, Inc. </a:t>
            </a:r>
          </a:p>
        </p:txBody>
      </p:sp>
      <p:sp>
        <p:nvSpPr>
          <p:cNvPr id="4" name="Text Placeholder 8">
            <a:extLst>
              <a:ext uri="{FF2B5EF4-FFF2-40B4-BE49-F238E27FC236}">
                <a16:creationId xmlns:a16="http://schemas.microsoft.com/office/drawing/2014/main" id="{A0D31590-FA4E-4091-B795-CB90053D24AD}"/>
              </a:ext>
            </a:extLst>
          </p:cNvPr>
          <p:cNvSpPr txBox="1">
            <a:spLocks/>
          </p:cNvSpPr>
          <p:nvPr/>
        </p:nvSpPr>
        <p:spPr>
          <a:xfrm>
            <a:off x="2506276" y="2190002"/>
            <a:ext cx="3363183" cy="2897659"/>
          </a:xfrm>
        </p:spPr>
        <p:txBody>
          <a:bodyPr>
            <a:noAutofit/>
          </a:bodyPr>
          <a:lstStyle>
            <a:defPPr>
              <a:defRPr lang="en-US"/>
            </a:defPPr>
            <a:lvl1pPr marL="0" indent="0" algn="l" rtl="0" eaLnBrk="0" fontAlgn="base" hangingPunct="0">
              <a:spcBef>
                <a:spcPct val="0"/>
              </a:spcBef>
              <a:spcAft>
                <a:spcPct val="0"/>
              </a:spcAft>
              <a:buNone/>
              <a:defRPr sz="7200" b="1" kern="1200" baseline="0">
                <a:solidFill>
                  <a:srgbClr val="FF2E2E"/>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ts val="0"/>
              </a:spcBef>
            </a:pPr>
            <a:r>
              <a:rPr lang="en-US" sz="4800" dirty="0">
                <a:latin typeface="IBM Plex Sans" panose="020B0503050203000203" pitchFamily="34" charset="0"/>
              </a:rPr>
              <a:t>Critical Thinking Module 2: </a:t>
            </a:r>
          </a:p>
          <a:p>
            <a:pPr eaLnBrk="1" hangingPunct="1">
              <a:lnSpc>
                <a:spcPct val="150000"/>
              </a:lnSpc>
              <a:spcBef>
                <a:spcPts val="0"/>
              </a:spcBef>
            </a:pPr>
            <a:r>
              <a:rPr lang="en-US" sz="1600" b="0" dirty="0">
                <a:solidFill>
                  <a:srgbClr val="38516D"/>
                </a:solidFill>
                <a:latin typeface="IBM Plex Sans" panose="020B0503050203000203" pitchFamily="34" charset="0"/>
              </a:rPr>
              <a:t>Clarify Ideas and Concepts</a:t>
            </a:r>
          </a:p>
        </p:txBody>
      </p:sp>
      <p:sp>
        <p:nvSpPr>
          <p:cNvPr id="5" name="TextBox 4">
            <a:extLst>
              <a:ext uri="{FF2B5EF4-FFF2-40B4-BE49-F238E27FC236}">
                <a16:creationId xmlns:a16="http://schemas.microsoft.com/office/drawing/2014/main" id="{7EE7E70F-1341-70FD-0BF5-109575E1F1CA}"/>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5D5AFA5D-2128-41F2-A3B1-69B6FA00D5E9}"/>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Learning Outcomes</a:t>
            </a:r>
          </a:p>
        </p:txBody>
      </p:sp>
      <p:sp>
        <p:nvSpPr>
          <p:cNvPr id="25603" name="Content Placeholder 2">
            <a:extLst>
              <a:ext uri="{FF2B5EF4-FFF2-40B4-BE49-F238E27FC236}">
                <a16:creationId xmlns:a16="http://schemas.microsoft.com/office/drawing/2014/main" id="{EB817C81-09F4-4DD6-86C6-F3AA64F898E5}"/>
              </a:ext>
            </a:extLst>
          </p:cNvPr>
          <p:cNvSpPr>
            <a:spLocks noGrp="1" noChangeArrowheads="1"/>
          </p:cNvSpPr>
          <p:nvPr>
            <p:ph idx="1"/>
          </p:nvPr>
        </p:nvSpPr>
        <p:spPr>
          <a:xfrm>
            <a:off x="838200" y="1906588"/>
            <a:ext cx="10210800" cy="3762375"/>
          </a:xfrm>
        </p:spPr>
        <p:txBody>
          <a:bodyPr>
            <a:normAutofit/>
          </a:bodyPr>
          <a:lstStyle/>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Understand how context and purpose affect the quality of an interpretation</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Understand the terms “vague” and “ambiguous,” and when vagueness or ambiguity can cause problems</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Apply strategies to effectively resolve problematic vagueness and ambiguity</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Understand the term “language community” and why strong critical thinking is helpful when encountering a new language community</a:t>
            </a:r>
          </a:p>
          <a:p>
            <a:pPr eaLnBrk="1" hangingPunct="1">
              <a:buFont typeface="Wingdings" panose="05000000000000000000" pitchFamily="2" charset="2"/>
              <a:buChar char="§"/>
              <a:defRPr/>
            </a:pPr>
            <a:endParaRPr lang="en-US" altLang="en-US" sz="2100" dirty="0">
              <a:solidFill>
                <a:srgbClr val="38516D"/>
              </a:solidFill>
              <a:latin typeface="IBM Plex Sans" panose="020B0503050203000203" pitchFamily="34" charset="0"/>
            </a:endParaRPr>
          </a:p>
        </p:txBody>
      </p:sp>
      <p:sp>
        <p:nvSpPr>
          <p:cNvPr id="4" name="TextBox 3">
            <a:extLst>
              <a:ext uri="{FF2B5EF4-FFF2-40B4-BE49-F238E27FC236}">
                <a16:creationId xmlns:a16="http://schemas.microsoft.com/office/drawing/2014/main" id="{3D73AAA3-4FAD-D1D8-7DED-DED9CBD39A5E}"/>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6A957DA8-D49F-4734-8081-80F12B3F0B4A}"/>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Meaning Matters</a:t>
            </a:r>
          </a:p>
        </p:txBody>
      </p:sp>
      <p:sp>
        <p:nvSpPr>
          <p:cNvPr id="28675" name="Content Placeholder 2">
            <a:extLst>
              <a:ext uri="{FF2B5EF4-FFF2-40B4-BE49-F238E27FC236}">
                <a16:creationId xmlns:a16="http://schemas.microsoft.com/office/drawing/2014/main" id="{CEB443E8-7832-449E-92E0-0308AB98D8D9}"/>
              </a:ext>
            </a:extLst>
          </p:cNvPr>
          <p:cNvSpPr>
            <a:spLocks noGrp="1" noChangeArrowheads="1"/>
          </p:cNvSpPr>
          <p:nvPr>
            <p:ph idx="1"/>
          </p:nvPr>
        </p:nvSpPr>
        <p:spPr>
          <a:xfrm>
            <a:off x="609600" y="1752600"/>
            <a:ext cx="10744200" cy="5105400"/>
          </a:xfrm>
        </p:spPr>
        <p:txBody>
          <a:bodyPr>
            <a:normAutofit/>
          </a:bodyPr>
          <a:lstStyle/>
          <a:p>
            <a:pPr eaLnBrk="1" hangingPunct="1">
              <a:buFont typeface="Wingdings" panose="05000000000000000000" pitchFamily="2" charset="2"/>
              <a:buChar char="§"/>
              <a:defRPr/>
            </a:pPr>
            <a:r>
              <a:rPr lang="en-US" altLang="en-US" sz="2400" dirty="0">
                <a:solidFill>
                  <a:schemeClr val="accent3"/>
                </a:solidFill>
                <a:latin typeface="IBM Plex Sans" panose="020B0503050203000203" pitchFamily="34" charset="0"/>
              </a:rPr>
              <a:t>In order to have a productive discussion, we first need to know what we are talking about</a:t>
            </a:r>
          </a:p>
          <a:p>
            <a:pPr lvl="1" eaLnBrk="1" hangingPunct="1">
              <a:buFont typeface="Wingdings" panose="05000000000000000000" pitchFamily="2" charset="2"/>
              <a:buChar char="§"/>
              <a:defRPr/>
            </a:pPr>
            <a:endParaRPr lang="en-US" altLang="en-US" sz="18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r>
              <a:rPr lang="en-US" altLang="en-US" sz="2400" dirty="0">
                <a:solidFill>
                  <a:schemeClr val="accent3"/>
                </a:solidFill>
                <a:latin typeface="IBM Plex Sans" panose="020B0503050203000203" pitchFamily="34" charset="0"/>
              </a:rPr>
              <a:t>Strong critical thinkers use interpretive questions to reveal context and purpose</a:t>
            </a:r>
          </a:p>
          <a:p>
            <a:pPr lvl="1" eaLnBrk="1" hangingPunct="1">
              <a:buFont typeface="Wingdings" panose="05000000000000000000" pitchFamily="2" charset="2"/>
              <a:buChar char="§"/>
              <a:defRPr/>
            </a:pPr>
            <a:r>
              <a:rPr lang="en-GB" altLang="en-US" sz="2000" dirty="0">
                <a:solidFill>
                  <a:schemeClr val="accent3"/>
                </a:solidFill>
                <a:latin typeface="IBM Plex Sans" panose="020B0503050203000203" pitchFamily="34" charset="0"/>
              </a:rPr>
              <a:t>What values, beliefs, events, or issues were important enough to motivate the author to communicate?</a:t>
            </a:r>
          </a:p>
          <a:p>
            <a:pPr lvl="1" eaLnBrk="1" hangingPunct="1">
              <a:buFont typeface="Wingdings" panose="05000000000000000000" pitchFamily="2" charset="2"/>
              <a:buChar char="§"/>
              <a:defRPr/>
            </a:pPr>
            <a:r>
              <a:rPr lang="en-GB" altLang="en-US" sz="2000" dirty="0">
                <a:solidFill>
                  <a:schemeClr val="accent3"/>
                </a:solidFill>
                <a:latin typeface="IBM Plex Sans" panose="020B0503050203000203" pitchFamily="34" charset="0"/>
              </a:rPr>
              <a:t>Who was the author’s intended audience?</a:t>
            </a:r>
          </a:p>
          <a:p>
            <a:pPr lvl="1" eaLnBrk="1" hangingPunct="1">
              <a:buFont typeface="Wingdings" panose="05000000000000000000" pitchFamily="2" charset="2"/>
              <a:buChar char="§"/>
              <a:defRPr/>
            </a:pPr>
            <a:r>
              <a:rPr lang="en-GB" altLang="en-US" sz="2000" dirty="0">
                <a:solidFill>
                  <a:schemeClr val="accent3"/>
                </a:solidFill>
                <a:latin typeface="IBM Plex Sans" panose="020B0503050203000203" pitchFamily="34" charset="0"/>
              </a:rPr>
              <a:t>What did the author intend to communicate?</a:t>
            </a:r>
          </a:p>
          <a:p>
            <a:pPr lvl="1" eaLnBrk="1" hangingPunct="1">
              <a:buFont typeface="Wingdings" panose="05000000000000000000" pitchFamily="2" charset="2"/>
              <a:buChar char="§"/>
              <a:defRPr/>
            </a:pPr>
            <a:r>
              <a:rPr lang="en-GB" altLang="en-US" sz="2000" dirty="0">
                <a:solidFill>
                  <a:schemeClr val="accent3"/>
                </a:solidFill>
                <a:latin typeface="IBM Plex Sans" panose="020B0503050203000203" pitchFamily="34" charset="0"/>
              </a:rPr>
              <a:t>Given the context and the intended audience, what did the author believe that audience already knew?</a:t>
            </a:r>
          </a:p>
          <a:p>
            <a:pPr marL="914400" lvl="4" indent="0" eaLnBrk="1" hangingPunct="1">
              <a:spcBef>
                <a:spcPts val="1000"/>
              </a:spcBef>
              <a:buNone/>
              <a:defRPr/>
            </a:pPr>
            <a:endParaRPr lang="en-US" altLang="en-US" sz="1600" dirty="0">
              <a:solidFill>
                <a:schemeClr val="accent3"/>
              </a:solidFill>
              <a:latin typeface="IBM Plex Sans" panose="020B0503050203000203" pitchFamily="34" charset="0"/>
            </a:endParaRPr>
          </a:p>
        </p:txBody>
      </p:sp>
      <p:sp>
        <p:nvSpPr>
          <p:cNvPr id="4" name="TextBox 3">
            <a:extLst>
              <a:ext uri="{FF2B5EF4-FFF2-40B4-BE49-F238E27FC236}">
                <a16:creationId xmlns:a16="http://schemas.microsoft.com/office/drawing/2014/main" id="{327D9FCE-86D4-3DCC-DCB7-B83A8935DAE4}"/>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79049758-A84D-41CC-A806-7FAF44804717}"/>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Exercise</a:t>
            </a:r>
          </a:p>
        </p:txBody>
      </p:sp>
      <p:sp>
        <p:nvSpPr>
          <p:cNvPr id="28675" name="Content Placeholder 2">
            <a:extLst>
              <a:ext uri="{FF2B5EF4-FFF2-40B4-BE49-F238E27FC236}">
                <a16:creationId xmlns:a16="http://schemas.microsoft.com/office/drawing/2014/main" id="{CEB443E8-7832-449E-92E0-0308AB98D8D9}"/>
              </a:ext>
            </a:extLst>
          </p:cNvPr>
          <p:cNvSpPr>
            <a:spLocks noGrp="1" noChangeArrowheads="1"/>
          </p:cNvSpPr>
          <p:nvPr>
            <p:ph idx="1"/>
          </p:nvPr>
        </p:nvSpPr>
        <p:spPr>
          <a:xfrm>
            <a:off x="809223" y="1981200"/>
            <a:ext cx="6505977" cy="4419600"/>
          </a:xfrm>
        </p:spPr>
        <p:txBody>
          <a:bodyPr/>
          <a:lstStyle/>
          <a:p>
            <a:pPr marL="0" lvl="1" indent="0" eaLnBrk="1" hangingPunct="1">
              <a:spcBef>
                <a:spcPts val="1000"/>
              </a:spcBef>
              <a:buNone/>
              <a:defRPr/>
            </a:pPr>
            <a:r>
              <a:rPr lang="en-GB" altLang="en-US" sz="1800" dirty="0">
                <a:solidFill>
                  <a:srgbClr val="38516D"/>
                </a:solidFill>
                <a:latin typeface="IBM Plex Sans" panose="020B0503050203000203" pitchFamily="34" charset="0"/>
              </a:rPr>
              <a:t>“The Lord is my shepherd; I shall not want.”</a:t>
            </a:r>
          </a:p>
          <a:p>
            <a:pPr marL="457200" lvl="1" indent="-457200" eaLnBrk="1" hangingPunct="1">
              <a:spcBef>
                <a:spcPts val="1000"/>
              </a:spcBef>
              <a:buFont typeface="Wingdings" panose="05000000000000000000" pitchFamily="2" charset="2"/>
              <a:buChar char="§"/>
              <a:defRPr/>
            </a:pPr>
            <a:endParaRPr lang="en-GB" altLang="en-US" sz="1800" dirty="0">
              <a:solidFill>
                <a:srgbClr val="38516D"/>
              </a:solidFill>
              <a:latin typeface="IBM Plex Sans" panose="020B0503050203000203" pitchFamily="34" charset="0"/>
            </a:endParaRPr>
          </a:p>
          <a:p>
            <a:pPr marL="0" lvl="1" indent="0" eaLnBrk="1" hangingPunct="1">
              <a:spcBef>
                <a:spcPts val="1000"/>
              </a:spcBef>
              <a:buNone/>
              <a:defRPr/>
            </a:pPr>
            <a:r>
              <a:rPr lang="en-GB" altLang="en-US" sz="1800" dirty="0">
                <a:solidFill>
                  <a:srgbClr val="38516D"/>
                </a:solidFill>
                <a:latin typeface="IBM Plex Sans" panose="020B0503050203000203" pitchFamily="34" charset="0"/>
              </a:rPr>
              <a:t>Take two minutes to discuss with a partner:</a:t>
            </a:r>
          </a:p>
          <a:p>
            <a:pPr marL="457200" lvl="1" indent="-457200" eaLnBrk="1" hangingPunct="1">
              <a:spcBef>
                <a:spcPts val="1000"/>
              </a:spcBef>
              <a:buFont typeface="Wingdings" panose="05000000000000000000" pitchFamily="2" charset="2"/>
              <a:buChar char="§"/>
              <a:defRPr/>
            </a:pPr>
            <a:r>
              <a:rPr lang="en-GB" altLang="en-US" sz="1800" dirty="0">
                <a:solidFill>
                  <a:srgbClr val="38516D"/>
                </a:solidFill>
                <a:latin typeface="IBM Plex Sans" panose="020B0503050203000203" pitchFamily="34" charset="0"/>
              </a:rPr>
              <a:t>What values, beliefs, events, or issues were important enough to motivate the author to initiate communication?</a:t>
            </a:r>
          </a:p>
          <a:p>
            <a:pPr marL="457200" lvl="1" indent="-457200" eaLnBrk="1" hangingPunct="1">
              <a:spcBef>
                <a:spcPts val="1000"/>
              </a:spcBef>
              <a:buFont typeface="Wingdings" panose="05000000000000000000" pitchFamily="2" charset="2"/>
              <a:buChar char="§"/>
              <a:defRPr/>
            </a:pPr>
            <a:r>
              <a:rPr lang="en-GB" altLang="en-US" sz="1800" dirty="0">
                <a:solidFill>
                  <a:srgbClr val="38516D"/>
                </a:solidFill>
                <a:latin typeface="IBM Plex Sans" panose="020B0503050203000203" pitchFamily="34" charset="0"/>
              </a:rPr>
              <a:t>Who was the author’s intended audience?</a:t>
            </a:r>
          </a:p>
          <a:p>
            <a:pPr marL="457200" lvl="1" indent="-457200" eaLnBrk="1" hangingPunct="1">
              <a:spcBef>
                <a:spcPts val="1000"/>
              </a:spcBef>
              <a:buFont typeface="Wingdings" panose="05000000000000000000" pitchFamily="2" charset="2"/>
              <a:buChar char="§"/>
              <a:defRPr/>
            </a:pPr>
            <a:r>
              <a:rPr lang="en-GB" altLang="en-US" sz="1800" dirty="0">
                <a:solidFill>
                  <a:srgbClr val="38516D"/>
                </a:solidFill>
                <a:latin typeface="IBM Plex Sans" panose="020B0503050203000203" pitchFamily="34" charset="0"/>
              </a:rPr>
              <a:t>What did the author intend to communicate?</a:t>
            </a:r>
          </a:p>
          <a:p>
            <a:pPr marL="457200" lvl="1" indent="-457200" eaLnBrk="1" hangingPunct="1">
              <a:spcBef>
                <a:spcPts val="1000"/>
              </a:spcBef>
              <a:buFont typeface="Wingdings" panose="05000000000000000000" pitchFamily="2" charset="2"/>
              <a:buChar char="§"/>
              <a:defRPr/>
            </a:pPr>
            <a:r>
              <a:rPr lang="en-GB" altLang="en-US" sz="1800" dirty="0">
                <a:solidFill>
                  <a:srgbClr val="38516D"/>
                </a:solidFill>
                <a:latin typeface="IBM Plex Sans" panose="020B0503050203000203" pitchFamily="34" charset="0"/>
              </a:rPr>
              <a:t>Given the context and the intended audience, what did the author believe that audience already knew?</a:t>
            </a:r>
          </a:p>
        </p:txBody>
      </p:sp>
      <p:pic>
        <p:nvPicPr>
          <p:cNvPr id="4" name="Picture 3">
            <a:extLst>
              <a:ext uri="{FF2B5EF4-FFF2-40B4-BE49-F238E27FC236}">
                <a16:creationId xmlns:a16="http://schemas.microsoft.com/office/drawing/2014/main" id="{6B346990-00E4-470B-B4D7-1BF4A436B46E}"/>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476959" y="1676400"/>
            <a:ext cx="3905818" cy="3951784"/>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8DC3F1-032B-5565-71C8-8CE18590FD74}"/>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F2B5685-FAD6-439D-80AD-0BB876495303}"/>
              </a:ext>
            </a:extLst>
          </p:cNvPr>
          <p:cNvSpPr>
            <a:spLocks noGrp="1" noChangeArrowheads="1"/>
          </p:cNvSpPr>
          <p:nvPr>
            <p:ph type="title"/>
          </p:nvPr>
        </p:nvSpPr>
        <p:spPr>
          <a:xfrm>
            <a:off x="838200" y="788988"/>
            <a:ext cx="6858000" cy="1089025"/>
          </a:xfrm>
        </p:spPr>
        <p:txBody>
          <a:bodyPr rtlCol="0">
            <a:normAutofit/>
          </a:bodyPr>
          <a:lstStyle/>
          <a:p>
            <a:pPr eaLnBrk="1" fontAlgn="auto" hangingPunct="1">
              <a:spcAft>
                <a:spcPts val="0"/>
              </a:spcAft>
              <a:defRPr/>
            </a:pPr>
            <a:r>
              <a:rPr lang="en-US" altLang="en-US" sz="3600" spc="-150" dirty="0">
                <a:latin typeface="IBM Plex Sans" panose="020B0503050203000203" pitchFamily="34" charset="0"/>
              </a:rPr>
              <a:t>When Vagueness or Ambiguity Cause Misunderstandings</a:t>
            </a:r>
          </a:p>
        </p:txBody>
      </p:sp>
      <p:sp>
        <p:nvSpPr>
          <p:cNvPr id="33795" name="Content Placeholder 2">
            <a:extLst>
              <a:ext uri="{FF2B5EF4-FFF2-40B4-BE49-F238E27FC236}">
                <a16:creationId xmlns:a16="http://schemas.microsoft.com/office/drawing/2014/main" id="{499C9A4C-0B2B-4E23-96D8-C8A4441676E9}"/>
              </a:ext>
            </a:extLst>
          </p:cNvPr>
          <p:cNvSpPr>
            <a:spLocks noGrp="1" noChangeArrowheads="1"/>
          </p:cNvSpPr>
          <p:nvPr>
            <p:ph idx="1"/>
          </p:nvPr>
        </p:nvSpPr>
        <p:spPr>
          <a:xfrm>
            <a:off x="762000" y="2171700"/>
            <a:ext cx="7696200" cy="3392488"/>
          </a:xfrm>
        </p:spPr>
        <p:txBody>
          <a:bodyPr>
            <a:normAutofit/>
          </a:bodyPr>
          <a:lstStyle/>
          <a:p>
            <a:pPr eaLnBrk="1" hangingPunct="1">
              <a:buFont typeface="Wingdings" panose="05000000000000000000" pitchFamily="2" charset="2"/>
              <a:buChar char="§"/>
              <a:defRPr/>
            </a:pPr>
            <a:r>
              <a:rPr lang="en-US" altLang="en-US" sz="2400" b="1" dirty="0">
                <a:solidFill>
                  <a:schemeClr val="accent3"/>
                </a:solidFill>
                <a:latin typeface="IBM Plex Sans" panose="020B0503050203000203" pitchFamily="34" charset="0"/>
              </a:rPr>
              <a:t>Vague: </a:t>
            </a:r>
            <a:r>
              <a:rPr lang="en-US" altLang="en-US" sz="2400" dirty="0">
                <a:solidFill>
                  <a:schemeClr val="accent3"/>
                </a:solidFill>
                <a:latin typeface="IBM Plex Sans" panose="020B0503050203000203" pitchFamily="34" charset="0"/>
              </a:rPr>
              <a:t>uncertain, indefinite, or unclear</a:t>
            </a:r>
          </a:p>
          <a:p>
            <a:pPr eaLnBrk="1" hangingPunct="1">
              <a:buFont typeface="Wingdings" panose="05000000000000000000" pitchFamily="2" charset="2"/>
              <a:buChar char="§"/>
              <a:defRPr/>
            </a:pPr>
            <a:endParaRPr lang="en-US" altLang="en-US" sz="24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r>
              <a:rPr lang="en-US" altLang="en-US" sz="2400" dirty="0">
                <a:solidFill>
                  <a:schemeClr val="accent3"/>
                </a:solidFill>
                <a:latin typeface="IBM Plex Sans" panose="020B0503050203000203" pitchFamily="34" charset="0"/>
              </a:rPr>
              <a:t>A word or expression may have </a:t>
            </a:r>
            <a:r>
              <a:rPr lang="en-IN" sz="2400" dirty="0">
                <a:solidFill>
                  <a:schemeClr val="accent3"/>
                </a:solidFill>
              </a:rPr>
              <a:t>an imprecise meaning or unclear boundaries in some context or purpose</a:t>
            </a:r>
            <a:endParaRPr lang="en-US" altLang="en-US" sz="24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endParaRPr lang="en-US" altLang="en-US" sz="24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endParaRPr lang="en-US" altLang="en-US" sz="2400" dirty="0">
              <a:solidFill>
                <a:schemeClr val="accent3"/>
              </a:solidFill>
              <a:latin typeface="IBM Plex Sans" panose="020B0503050203000203" pitchFamily="34" charset="0"/>
            </a:endParaRPr>
          </a:p>
        </p:txBody>
      </p:sp>
      <p:pic>
        <p:nvPicPr>
          <p:cNvPr id="4" name="Picture 3">
            <a:extLst>
              <a:ext uri="{FF2B5EF4-FFF2-40B4-BE49-F238E27FC236}">
                <a16:creationId xmlns:a16="http://schemas.microsoft.com/office/drawing/2014/main" id="{8851B94A-B92C-4F93-97F7-670453F9DD1E}"/>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054759" y="2514600"/>
            <a:ext cx="2603841" cy="2706688"/>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9E1D942-CB54-E344-8136-37CABA711CC0}"/>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256543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F2B5685-FAD6-439D-80AD-0BB876495303}"/>
              </a:ext>
            </a:extLst>
          </p:cNvPr>
          <p:cNvSpPr>
            <a:spLocks noGrp="1" noChangeArrowheads="1"/>
          </p:cNvSpPr>
          <p:nvPr>
            <p:ph type="title"/>
          </p:nvPr>
        </p:nvSpPr>
        <p:spPr>
          <a:xfrm>
            <a:off x="838200" y="788988"/>
            <a:ext cx="6858000" cy="1089025"/>
          </a:xfrm>
        </p:spPr>
        <p:txBody>
          <a:bodyPr rtlCol="0">
            <a:normAutofit/>
          </a:bodyPr>
          <a:lstStyle/>
          <a:p>
            <a:pPr eaLnBrk="1" fontAlgn="auto" hangingPunct="1">
              <a:spcAft>
                <a:spcPts val="0"/>
              </a:spcAft>
              <a:defRPr/>
            </a:pPr>
            <a:r>
              <a:rPr lang="en-US" altLang="en-US" sz="3600" spc="-150" dirty="0">
                <a:latin typeface="IBM Plex Sans" panose="020B0503050203000203" pitchFamily="34" charset="0"/>
              </a:rPr>
              <a:t>When Vagueness or Ambiguity Cause Misunderstandings</a:t>
            </a:r>
          </a:p>
        </p:txBody>
      </p:sp>
      <p:sp>
        <p:nvSpPr>
          <p:cNvPr id="33795" name="Content Placeholder 2">
            <a:extLst>
              <a:ext uri="{FF2B5EF4-FFF2-40B4-BE49-F238E27FC236}">
                <a16:creationId xmlns:a16="http://schemas.microsoft.com/office/drawing/2014/main" id="{499C9A4C-0B2B-4E23-96D8-C8A4441676E9}"/>
              </a:ext>
            </a:extLst>
          </p:cNvPr>
          <p:cNvSpPr>
            <a:spLocks noGrp="1" noChangeArrowheads="1"/>
          </p:cNvSpPr>
          <p:nvPr>
            <p:ph idx="1"/>
          </p:nvPr>
        </p:nvSpPr>
        <p:spPr>
          <a:xfrm>
            <a:off x="762000" y="2171700"/>
            <a:ext cx="7696200" cy="3392488"/>
          </a:xfrm>
        </p:spPr>
        <p:txBody>
          <a:bodyPr>
            <a:normAutofit lnSpcReduction="10000"/>
          </a:bodyPr>
          <a:lstStyle/>
          <a:p>
            <a:pPr eaLnBrk="1" hangingPunct="1">
              <a:buFont typeface="Wingdings" panose="05000000000000000000" pitchFamily="2" charset="2"/>
              <a:buChar char="§"/>
              <a:defRPr/>
            </a:pPr>
            <a:r>
              <a:rPr lang="en-US" altLang="en-US" sz="2400" b="1" dirty="0">
                <a:solidFill>
                  <a:schemeClr val="accent3"/>
                </a:solidFill>
                <a:latin typeface="IBM Plex Sans" panose="020B0503050203000203" pitchFamily="34" charset="0"/>
              </a:rPr>
              <a:t>Ambiguous: </a:t>
            </a:r>
            <a:r>
              <a:rPr lang="en-US" altLang="en-US" sz="2400" dirty="0">
                <a:solidFill>
                  <a:schemeClr val="accent3"/>
                </a:solidFill>
                <a:latin typeface="IBM Plex Sans" panose="020B0503050203000203" pitchFamily="34" charset="0"/>
              </a:rPr>
              <a:t>open to more than one interpretation; not having one obvious meaning</a:t>
            </a:r>
          </a:p>
          <a:p>
            <a:pPr eaLnBrk="1" hangingPunct="1">
              <a:buFont typeface="Wingdings" panose="05000000000000000000" pitchFamily="2" charset="2"/>
              <a:buChar char="§"/>
              <a:defRPr/>
            </a:pPr>
            <a:endParaRPr lang="en-US" altLang="en-US" sz="18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r>
              <a:rPr lang="en-US" altLang="en-US" sz="2400" dirty="0">
                <a:solidFill>
                  <a:schemeClr val="accent3"/>
                </a:solidFill>
                <a:latin typeface="IBM Plex Sans" panose="020B0503050203000203" pitchFamily="34" charset="0"/>
              </a:rPr>
              <a:t>Which meaning are we using?</a:t>
            </a:r>
          </a:p>
          <a:p>
            <a:pPr eaLnBrk="1" hangingPunct="1">
              <a:buFont typeface="Wingdings" panose="05000000000000000000" pitchFamily="2" charset="2"/>
              <a:buChar char="§"/>
              <a:defRPr/>
            </a:pPr>
            <a:endParaRPr lang="en-US" sz="24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r>
              <a:rPr lang="en-US" sz="2400" dirty="0">
                <a:solidFill>
                  <a:schemeClr val="accent3"/>
                </a:solidFill>
                <a:latin typeface="IBM Plex Sans" panose="020B0503050203000203" pitchFamily="34" charset="0"/>
              </a:rPr>
              <a:t>Context of the conversation and the speaker’s purpose helps a person understand the speaker’s intended meaning</a:t>
            </a:r>
          </a:p>
          <a:p>
            <a:pPr marL="0" indent="0" eaLnBrk="1" hangingPunct="1">
              <a:buNone/>
              <a:defRPr/>
            </a:pPr>
            <a:endParaRPr lang="en-US" altLang="en-US" sz="24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endParaRPr lang="en-US" altLang="en-US" sz="2400" dirty="0">
              <a:solidFill>
                <a:schemeClr val="accent3"/>
              </a:solidFill>
              <a:latin typeface="IBM Plex Sans" panose="020B0503050203000203" pitchFamily="34" charset="0"/>
            </a:endParaRPr>
          </a:p>
        </p:txBody>
      </p:sp>
      <p:pic>
        <p:nvPicPr>
          <p:cNvPr id="4" name="Picture 3">
            <a:extLst>
              <a:ext uri="{FF2B5EF4-FFF2-40B4-BE49-F238E27FC236}">
                <a16:creationId xmlns:a16="http://schemas.microsoft.com/office/drawing/2014/main" id="{8851B94A-B92C-4F93-97F7-670453F9DD1E}"/>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054759" y="2514600"/>
            <a:ext cx="2603841" cy="2706688"/>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9E1D942-CB54-E344-8136-37CABA711CC0}"/>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2001929-C575-46B7-BA91-CE9185BAAAD8}"/>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Discussion</a:t>
            </a:r>
          </a:p>
        </p:txBody>
      </p:sp>
      <p:sp>
        <p:nvSpPr>
          <p:cNvPr id="35843" name="Content Placeholder 2">
            <a:extLst>
              <a:ext uri="{FF2B5EF4-FFF2-40B4-BE49-F238E27FC236}">
                <a16:creationId xmlns:a16="http://schemas.microsoft.com/office/drawing/2014/main" id="{51E07747-40FC-4831-9FC1-C19982C0F468}"/>
              </a:ext>
            </a:extLst>
          </p:cNvPr>
          <p:cNvSpPr>
            <a:spLocks noGrp="1" noChangeArrowheads="1"/>
          </p:cNvSpPr>
          <p:nvPr>
            <p:ph idx="1"/>
          </p:nvPr>
        </p:nvSpPr>
        <p:spPr>
          <a:xfrm>
            <a:off x="838200" y="2144713"/>
            <a:ext cx="4495800" cy="3762375"/>
          </a:xfrm>
        </p:spPr>
        <p:txBody>
          <a:bodyPr>
            <a:normAutofit/>
          </a:bodyPr>
          <a:lstStyle/>
          <a:p>
            <a:pPr marL="0" lvl="1" indent="0" eaLnBrk="1" hangingPunct="1">
              <a:spcBef>
                <a:spcPts val="1000"/>
              </a:spcBef>
              <a:buNone/>
              <a:defRPr/>
            </a:pPr>
            <a:r>
              <a:rPr lang="en-US" altLang="en-US" sz="2100" dirty="0">
                <a:solidFill>
                  <a:srgbClr val="38516D"/>
                </a:solidFill>
                <a:latin typeface="IBM Plex Sans" panose="020B0503050203000203" pitchFamily="34" charset="0"/>
              </a:rPr>
              <a:t>“We have to find those who were responsible for causing this terrible accident” </a:t>
            </a:r>
          </a:p>
          <a:p>
            <a:pPr marL="0" lvl="1" indent="0" eaLnBrk="1" hangingPunct="1">
              <a:spcBef>
                <a:spcPts val="1000"/>
              </a:spcBef>
              <a:buNone/>
              <a:defRPr/>
            </a:pPr>
            <a:endParaRPr lang="en-US" altLang="en-US" sz="2100" dirty="0">
              <a:solidFill>
                <a:srgbClr val="38516D"/>
              </a:solidFill>
              <a:latin typeface="IBM Plex Sans" panose="020B0503050203000203" pitchFamily="34" charset="0"/>
            </a:endParaRPr>
          </a:p>
          <a:p>
            <a:pPr marL="0" lvl="1" indent="0" eaLnBrk="1" hangingPunct="1">
              <a:spcBef>
                <a:spcPts val="1000"/>
              </a:spcBef>
              <a:buNone/>
              <a:defRPr/>
            </a:pPr>
            <a:endParaRPr lang="en-US" altLang="en-US" sz="2100" dirty="0">
              <a:solidFill>
                <a:srgbClr val="38516D"/>
              </a:solidFill>
              <a:latin typeface="IBM Plex Sans" panose="020B0503050203000203" pitchFamily="34" charset="0"/>
            </a:endParaRPr>
          </a:p>
          <a:p>
            <a:pPr marL="0" lvl="1" indent="0" eaLnBrk="1" hangingPunct="1">
              <a:spcBef>
                <a:spcPts val="1000"/>
              </a:spcBef>
              <a:buNone/>
              <a:defRPr/>
            </a:pPr>
            <a:r>
              <a:rPr lang="en-US" altLang="en-US" sz="2100" dirty="0">
                <a:solidFill>
                  <a:srgbClr val="38516D"/>
                </a:solidFill>
                <a:latin typeface="IBM Plex Sans" panose="020B0503050203000203" pitchFamily="34" charset="0"/>
              </a:rPr>
              <a:t>Is this sentence vague? If so, why?</a:t>
            </a:r>
          </a:p>
        </p:txBody>
      </p:sp>
      <p:pic>
        <p:nvPicPr>
          <p:cNvPr id="4" name="Picture 3">
            <a:extLst>
              <a:ext uri="{FF2B5EF4-FFF2-40B4-BE49-F238E27FC236}">
                <a16:creationId xmlns:a16="http://schemas.microsoft.com/office/drawing/2014/main" id="{B7671358-1D93-4C66-9979-0C9219C7968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615963" y="1752601"/>
            <a:ext cx="4737837" cy="4160666"/>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9E4436C-98CB-8928-90BA-F0A31835B05D}"/>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95DCFBD6-EEA7-486D-BFC3-776750797A5F}"/>
              </a:ext>
            </a:extLst>
          </p:cNvPr>
          <p:cNvSpPr>
            <a:spLocks noGrp="1" noChangeArrowheads="1"/>
          </p:cNvSpPr>
          <p:nvPr>
            <p:ph type="title"/>
          </p:nvPr>
        </p:nvSpPr>
        <p:spPr>
          <a:xfrm>
            <a:off x="838200" y="788988"/>
            <a:ext cx="10515600" cy="1089025"/>
          </a:xfrm>
        </p:spPr>
        <p:txBody>
          <a:bodyPr rtlCol="0">
            <a:normAutofit/>
          </a:bodyPr>
          <a:lstStyle/>
          <a:p>
            <a:pPr eaLnBrk="1" fontAlgn="auto" hangingPunct="1">
              <a:spcAft>
                <a:spcPts val="0"/>
              </a:spcAft>
              <a:defRPr/>
            </a:pPr>
            <a:r>
              <a:rPr lang="en-US" altLang="en-US" sz="3600" spc="-150" dirty="0">
                <a:latin typeface="IBM Plex Sans" panose="020B0503050203000203" pitchFamily="34" charset="0"/>
              </a:rPr>
              <a:t>Ambiguity: Which Meaning are we Using?</a:t>
            </a:r>
          </a:p>
        </p:txBody>
      </p:sp>
      <p:sp>
        <p:nvSpPr>
          <p:cNvPr id="40963" name="Content Placeholder 2">
            <a:extLst>
              <a:ext uri="{FF2B5EF4-FFF2-40B4-BE49-F238E27FC236}">
                <a16:creationId xmlns:a16="http://schemas.microsoft.com/office/drawing/2014/main" id="{36CDD07F-B742-43E8-84AA-13A3B329086D}"/>
              </a:ext>
            </a:extLst>
          </p:cNvPr>
          <p:cNvSpPr>
            <a:spLocks noGrp="1" noChangeArrowheads="1"/>
          </p:cNvSpPr>
          <p:nvPr>
            <p:ph idx="1"/>
          </p:nvPr>
        </p:nvSpPr>
        <p:spPr>
          <a:xfrm>
            <a:off x="838200" y="2144713"/>
            <a:ext cx="10515600" cy="3762375"/>
          </a:xfrm>
        </p:spPr>
        <p:txBody>
          <a:bodyPr>
            <a:normAutofit/>
          </a:bodyPr>
          <a:lstStyle/>
          <a:p>
            <a:pPr marL="0" indent="0" eaLnBrk="1" hangingPunct="1">
              <a:buNone/>
              <a:defRPr/>
            </a:pPr>
            <a:r>
              <a:rPr lang="en-US" sz="2100" dirty="0">
                <a:solidFill>
                  <a:srgbClr val="FF0000"/>
                </a:solidFill>
                <a:latin typeface="IBM Plex Sans" panose="020B0503050203000203" pitchFamily="34" charset="0"/>
              </a:rPr>
              <a:t>Example: I saw a man on a hill with a telescope.</a:t>
            </a:r>
          </a:p>
          <a:p>
            <a:pPr marL="0" indent="0" eaLnBrk="1" hangingPunct="1">
              <a:buNone/>
              <a:defRPr/>
            </a:pPr>
            <a:endParaRPr lang="en-US" altLang="en-US" sz="2100" dirty="0">
              <a:solidFill>
                <a:srgbClr val="FF0000"/>
              </a:solidFill>
              <a:latin typeface="IBM Plex Sans" panose="020B0503050203000203" pitchFamily="34" charset="0"/>
            </a:endParaRPr>
          </a:p>
          <a:p>
            <a:pPr marL="0" indent="0" eaLnBrk="1" hangingPunct="1">
              <a:buNone/>
              <a:defRPr/>
            </a:pPr>
            <a:r>
              <a:rPr lang="en-US" altLang="en-US" sz="2100" dirty="0">
                <a:solidFill>
                  <a:srgbClr val="FF0000"/>
                </a:solidFill>
                <a:latin typeface="IBM Plex Sans" panose="020B0503050203000203" pitchFamily="34" charset="0"/>
              </a:rPr>
              <a:t>Alternate meanings:</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There’s a man on a hill, and I’m watching him with my telescope.</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There’s a man on a hill, who I’m seeing, and he has a telescope.</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There’s a man, and he’s on a hill that also has a telescope on it.</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I’m on a hill, and I saw a man using a telescope.</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There’s a man on a hill, and I’m sawing him with a telescope.</a:t>
            </a:r>
          </a:p>
          <a:p>
            <a:pPr marL="0" indent="0" eaLnBrk="1" hangingPunct="1">
              <a:buNone/>
              <a:defRPr/>
            </a:pPr>
            <a:endParaRPr lang="en-US" altLang="en-US" sz="2100" dirty="0">
              <a:solidFill>
                <a:srgbClr val="FF0000"/>
              </a:solidFill>
              <a:latin typeface="IBM Plex Sans" panose="020B0503050203000203" pitchFamily="34" charset="0"/>
            </a:endParaRPr>
          </a:p>
        </p:txBody>
      </p:sp>
      <p:sp>
        <p:nvSpPr>
          <p:cNvPr id="4" name="TextBox 3">
            <a:extLst>
              <a:ext uri="{FF2B5EF4-FFF2-40B4-BE49-F238E27FC236}">
                <a16:creationId xmlns:a16="http://schemas.microsoft.com/office/drawing/2014/main" id="{937D8E41-5D19-62AE-F17D-AD5EB6B40EB4}"/>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9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95DCFBD6-EEA7-486D-BFC3-776750797A5F}"/>
              </a:ext>
            </a:extLst>
          </p:cNvPr>
          <p:cNvSpPr>
            <a:spLocks noGrp="1" noChangeArrowheads="1"/>
          </p:cNvSpPr>
          <p:nvPr>
            <p:ph type="title"/>
          </p:nvPr>
        </p:nvSpPr>
        <p:spPr>
          <a:xfrm>
            <a:off x="838200" y="788988"/>
            <a:ext cx="10515600" cy="1089025"/>
          </a:xfrm>
        </p:spPr>
        <p:txBody>
          <a:bodyPr rtlCol="0">
            <a:normAutofit/>
          </a:bodyPr>
          <a:lstStyle/>
          <a:p>
            <a:pPr eaLnBrk="1" fontAlgn="auto" hangingPunct="1">
              <a:spcAft>
                <a:spcPts val="0"/>
              </a:spcAft>
              <a:defRPr/>
            </a:pPr>
            <a:r>
              <a:rPr lang="en-US" altLang="en-US" sz="3600" spc="-150" dirty="0">
                <a:latin typeface="IBM Plex Sans" panose="020B0503050203000203" pitchFamily="34" charset="0"/>
              </a:rPr>
              <a:t>Ambiguity: Which Meaning are we Using?</a:t>
            </a:r>
          </a:p>
        </p:txBody>
      </p:sp>
      <p:sp>
        <p:nvSpPr>
          <p:cNvPr id="40963" name="Content Placeholder 2">
            <a:extLst>
              <a:ext uri="{FF2B5EF4-FFF2-40B4-BE49-F238E27FC236}">
                <a16:creationId xmlns:a16="http://schemas.microsoft.com/office/drawing/2014/main" id="{36CDD07F-B742-43E8-84AA-13A3B329086D}"/>
              </a:ext>
            </a:extLst>
          </p:cNvPr>
          <p:cNvSpPr>
            <a:spLocks noGrp="1" noChangeArrowheads="1"/>
          </p:cNvSpPr>
          <p:nvPr>
            <p:ph idx="1"/>
          </p:nvPr>
        </p:nvSpPr>
        <p:spPr>
          <a:xfrm>
            <a:off x="838200" y="2144713"/>
            <a:ext cx="10515600" cy="3762375"/>
          </a:xfrm>
        </p:spPr>
        <p:txBody>
          <a:bodyPr>
            <a:normAutofit/>
          </a:bodyPr>
          <a:lstStyle/>
          <a:p>
            <a:pPr marL="0" indent="0" eaLnBrk="1" hangingPunct="1">
              <a:buNone/>
              <a:defRPr/>
            </a:pPr>
            <a:r>
              <a:rPr lang="en-US" sz="2100" dirty="0">
                <a:solidFill>
                  <a:srgbClr val="FF0000"/>
                </a:solidFill>
                <a:latin typeface="IBM Plex Sans" panose="020B0503050203000203" pitchFamily="34" charset="0"/>
              </a:rPr>
              <a:t>Example 2: Look at the dog with one eye.</a:t>
            </a:r>
          </a:p>
          <a:p>
            <a:pPr marL="0" indent="0" eaLnBrk="1" hangingPunct="1">
              <a:buNone/>
              <a:defRPr/>
            </a:pPr>
            <a:endParaRPr lang="en-US" altLang="en-US" sz="2100" dirty="0">
              <a:solidFill>
                <a:srgbClr val="FF0000"/>
              </a:solidFill>
              <a:latin typeface="IBM Plex Sans" panose="020B0503050203000203" pitchFamily="34" charset="0"/>
            </a:endParaRPr>
          </a:p>
          <a:p>
            <a:pPr marL="0" indent="0" eaLnBrk="1" hangingPunct="1">
              <a:buNone/>
              <a:defRPr/>
            </a:pPr>
            <a:r>
              <a:rPr lang="en-US" altLang="en-US" sz="2100" dirty="0">
                <a:solidFill>
                  <a:srgbClr val="FF0000"/>
                </a:solidFill>
                <a:latin typeface="IBM Plex Sans" panose="020B0503050203000203" pitchFamily="34" charset="0"/>
              </a:rPr>
              <a:t>Alternate meanings:</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Look at the dog using only one of your eyes.</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Look at the dog that only has one eye.</a:t>
            </a:r>
          </a:p>
          <a:p>
            <a:pPr eaLnBrk="1" hangingPunct="1">
              <a:buFont typeface="Wingdings" panose="05000000000000000000" pitchFamily="2" charset="2"/>
              <a:buChar char="§"/>
              <a:defRPr/>
            </a:pPr>
            <a:r>
              <a:rPr lang="en-US" sz="2100" dirty="0">
                <a:solidFill>
                  <a:srgbClr val="38516D"/>
                </a:solidFill>
                <a:latin typeface="IBM Plex Sans" panose="020B0503050203000203" pitchFamily="34" charset="0"/>
              </a:rPr>
              <a:t>Updated (via Alice, age 7): Perhaps the dog has found an eye somewhere, and we’re looking at the dog.</a:t>
            </a:r>
          </a:p>
        </p:txBody>
      </p:sp>
      <p:sp>
        <p:nvSpPr>
          <p:cNvPr id="4" name="TextBox 3">
            <a:extLst>
              <a:ext uri="{FF2B5EF4-FFF2-40B4-BE49-F238E27FC236}">
                <a16:creationId xmlns:a16="http://schemas.microsoft.com/office/drawing/2014/main" id="{6095AC3F-757D-D1BA-5A53-BC898F32EC6E}"/>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extLst>
      <p:ext uri="{BB962C8B-B14F-4D97-AF65-F5344CB8AC3E}">
        <p14:creationId xmlns:p14="http://schemas.microsoft.com/office/powerpoint/2010/main" val="312374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8E67376-EE00-47F8-AC7B-0C67F37E209D}"/>
              </a:ext>
            </a:extLst>
          </p:cNvPr>
          <p:cNvSpPr>
            <a:spLocks noGrp="1" noChangeArrowheads="1"/>
          </p:cNvSpPr>
          <p:nvPr>
            <p:ph type="title"/>
          </p:nvPr>
        </p:nvSpPr>
        <p:spPr>
          <a:xfrm>
            <a:off x="838200" y="788988"/>
            <a:ext cx="10515600" cy="1089025"/>
          </a:xfrm>
        </p:spPr>
        <p:txBody>
          <a:bodyPr rtlCol="0">
            <a:normAutofit/>
          </a:bodyPr>
          <a:lstStyle/>
          <a:p>
            <a:pPr eaLnBrk="1" fontAlgn="auto" hangingPunct="1">
              <a:spcAft>
                <a:spcPts val="0"/>
              </a:spcAft>
              <a:defRPr/>
            </a:pPr>
            <a:r>
              <a:rPr lang="en-US" altLang="en-US" sz="3600" spc="-150" dirty="0">
                <a:latin typeface="IBM Plex Sans" panose="020B0503050203000203" pitchFamily="34" charset="0"/>
              </a:rPr>
              <a:t>Resolving Problematic Vagueness and Ambiguity</a:t>
            </a:r>
          </a:p>
        </p:txBody>
      </p:sp>
      <p:sp>
        <p:nvSpPr>
          <p:cNvPr id="45059" name="Rectangle 3">
            <a:extLst>
              <a:ext uri="{FF2B5EF4-FFF2-40B4-BE49-F238E27FC236}">
                <a16:creationId xmlns:a16="http://schemas.microsoft.com/office/drawing/2014/main" id="{6AA6C69E-D10B-49BA-831D-3075B8EA938C}"/>
              </a:ext>
            </a:extLst>
          </p:cNvPr>
          <p:cNvSpPr>
            <a:spLocks noGrp="1" noChangeArrowheads="1"/>
          </p:cNvSpPr>
          <p:nvPr>
            <p:ph idx="1"/>
          </p:nvPr>
        </p:nvSpPr>
        <p:spPr>
          <a:xfrm>
            <a:off x="838200" y="2144713"/>
            <a:ext cx="4419600" cy="3762375"/>
          </a:xfrm>
        </p:spPr>
        <p:txBody>
          <a:bodyPr>
            <a:normAutofit/>
          </a:bodyPr>
          <a:lstStyle/>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Understanding context</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Clarifying original intent</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Using qualifications, exceptions, or exclusions</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Clarifying the meaning</a:t>
            </a:r>
          </a:p>
          <a:p>
            <a:pPr eaLnBrk="1" hangingPunct="1">
              <a:buFont typeface="Wingdings" panose="05000000000000000000" pitchFamily="2" charset="2"/>
              <a:buChar char="§"/>
              <a:defRPr/>
            </a:pPr>
            <a:endParaRPr lang="en-US" altLang="en-US" sz="2100" dirty="0">
              <a:solidFill>
                <a:srgbClr val="38516D"/>
              </a:solidFill>
              <a:latin typeface="IBM Plex Sans" panose="020B0503050203000203" pitchFamily="34" charset="0"/>
            </a:endParaRPr>
          </a:p>
        </p:txBody>
      </p:sp>
      <p:pic>
        <p:nvPicPr>
          <p:cNvPr id="4" name="Picture 3">
            <a:extLst>
              <a:ext uri="{FF2B5EF4-FFF2-40B4-BE49-F238E27FC236}">
                <a16:creationId xmlns:a16="http://schemas.microsoft.com/office/drawing/2014/main" id="{2089BE19-F7B5-4EE0-8BC2-C7DC8DDF061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p:blipFill>
        <p:spPr bwMode="auto">
          <a:xfrm>
            <a:off x="5562600" y="2054527"/>
            <a:ext cx="5778843" cy="3852562"/>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5D57F96-6B48-460C-0B4A-D4C5A2AFDE35}"/>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F0F62AAD-DC0E-4703-AF81-80805E29FC27}"/>
              </a:ext>
            </a:extLst>
          </p:cNvPr>
          <p:cNvSpPr>
            <a:spLocks noGrp="1" noChangeArrowheads="1"/>
          </p:cNvSpPr>
          <p:nvPr>
            <p:ph type="title"/>
          </p:nvPr>
        </p:nvSpPr>
        <p:spPr>
          <a:xfrm>
            <a:off x="838200" y="206375"/>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Understanding Context</a:t>
            </a:r>
          </a:p>
        </p:txBody>
      </p:sp>
      <p:sp>
        <p:nvSpPr>
          <p:cNvPr id="47107" name="Content Placeholder 2">
            <a:extLst>
              <a:ext uri="{FF2B5EF4-FFF2-40B4-BE49-F238E27FC236}">
                <a16:creationId xmlns:a16="http://schemas.microsoft.com/office/drawing/2014/main" id="{286C69DA-BE0E-42F6-97F0-B3BCCF3F9BC9}"/>
              </a:ext>
            </a:extLst>
          </p:cNvPr>
          <p:cNvSpPr>
            <a:spLocks noGrp="1" noChangeArrowheads="1"/>
          </p:cNvSpPr>
          <p:nvPr>
            <p:ph idx="1"/>
          </p:nvPr>
        </p:nvSpPr>
        <p:spPr>
          <a:xfrm>
            <a:off x="609600" y="1371600"/>
            <a:ext cx="11353800" cy="4876800"/>
          </a:xfrm>
        </p:spPr>
        <p:txBody>
          <a:bodyPr>
            <a:normAutofit/>
          </a:bodyPr>
          <a:lstStyle/>
          <a:p>
            <a:pPr eaLnBrk="1" hangingPunct="1">
              <a:buFont typeface="Wingdings" panose="05000000000000000000" pitchFamily="2" charset="2"/>
              <a:buChar char="§"/>
              <a:defRPr/>
            </a:pPr>
            <a:r>
              <a:rPr lang="en-US" altLang="en-US" sz="2000" dirty="0">
                <a:solidFill>
                  <a:schemeClr val="accent3"/>
                </a:solidFill>
                <a:latin typeface="IBM Plex Sans" panose="020B0503050203000203" pitchFamily="34" charset="0"/>
              </a:rPr>
              <a:t>Review the topic of discussion or the circumstances within which a statement was made </a:t>
            </a:r>
          </a:p>
          <a:p>
            <a:pPr eaLnBrk="1" hangingPunct="1">
              <a:buFont typeface="Wingdings" panose="05000000000000000000" pitchFamily="2" charset="2"/>
              <a:buChar char="§"/>
              <a:defRPr/>
            </a:pPr>
            <a:endParaRPr lang="en-US" altLang="en-US" sz="2000" dirty="0">
              <a:solidFill>
                <a:schemeClr val="accent3"/>
              </a:solidFill>
              <a:latin typeface="IBM Plex Sans" panose="020B0503050203000203" pitchFamily="34" charset="0"/>
            </a:endParaRPr>
          </a:p>
          <a:p>
            <a:pPr eaLnBrk="1" hangingPunct="1">
              <a:buFont typeface="Wingdings" panose="05000000000000000000" pitchFamily="2" charset="2"/>
              <a:buChar char="§"/>
              <a:defRPr/>
            </a:pPr>
            <a:r>
              <a:rPr lang="en-US" altLang="en-US" sz="2000" dirty="0">
                <a:solidFill>
                  <a:schemeClr val="accent3"/>
                </a:solidFill>
                <a:latin typeface="IBM Plex Sans" panose="020B0503050203000203" pitchFamily="34" charset="0"/>
              </a:rPr>
              <a:t>Ask questions to establish context:</a:t>
            </a:r>
          </a:p>
          <a:p>
            <a:pPr marL="914400" lvl="2" indent="-457200" eaLnBrk="1" hangingPunct="1">
              <a:spcBef>
                <a:spcPts val="1000"/>
              </a:spcBef>
              <a:buFont typeface="Wingdings" panose="05000000000000000000" pitchFamily="2" charset="2"/>
              <a:buChar char="§"/>
              <a:defRPr/>
            </a:pPr>
            <a:r>
              <a:rPr lang="en-GB" altLang="en-US" sz="2000" dirty="0">
                <a:solidFill>
                  <a:schemeClr val="accent3"/>
                </a:solidFill>
                <a:latin typeface="IBM Plex Sans" panose="020B0503050203000203" pitchFamily="34" charset="0"/>
              </a:rPr>
              <a:t>Who said it to whom?</a:t>
            </a:r>
          </a:p>
          <a:p>
            <a:pPr marL="914400" lvl="2" indent="-457200" eaLnBrk="1" hangingPunct="1">
              <a:spcBef>
                <a:spcPts val="1000"/>
              </a:spcBef>
              <a:buFont typeface="Wingdings" panose="05000000000000000000" pitchFamily="2" charset="2"/>
              <a:buChar char="§"/>
              <a:defRPr/>
            </a:pPr>
            <a:r>
              <a:rPr lang="en-GB" altLang="en-US" sz="2000" dirty="0">
                <a:solidFill>
                  <a:schemeClr val="accent3"/>
                </a:solidFill>
                <a:latin typeface="IBM Plex Sans" panose="020B0503050203000203" pitchFamily="34" charset="0"/>
              </a:rPr>
              <a:t>When and where was it said?</a:t>
            </a:r>
          </a:p>
          <a:p>
            <a:pPr marL="914400" lvl="2" indent="-457200" eaLnBrk="1" hangingPunct="1">
              <a:spcBef>
                <a:spcPts val="1000"/>
              </a:spcBef>
              <a:buFont typeface="Wingdings" panose="05000000000000000000" pitchFamily="2" charset="2"/>
              <a:buChar char="§"/>
              <a:defRPr/>
            </a:pPr>
            <a:r>
              <a:rPr lang="en-GB" altLang="en-US" sz="2000" dirty="0">
                <a:solidFill>
                  <a:schemeClr val="accent3"/>
                </a:solidFill>
                <a:latin typeface="IBM Plex Sans" panose="020B0503050203000203" pitchFamily="34" charset="0"/>
              </a:rPr>
              <a:t>What was the topic of the conversation?</a:t>
            </a:r>
          </a:p>
          <a:p>
            <a:pPr marL="914400" lvl="2" indent="-457200" eaLnBrk="1" hangingPunct="1">
              <a:spcBef>
                <a:spcPts val="1000"/>
              </a:spcBef>
              <a:buFont typeface="Wingdings" panose="05000000000000000000" pitchFamily="2" charset="2"/>
              <a:buChar char="§"/>
              <a:defRPr/>
            </a:pPr>
            <a:r>
              <a:rPr lang="en-GB" altLang="en-US" sz="2000" dirty="0">
                <a:solidFill>
                  <a:schemeClr val="accent3"/>
                </a:solidFill>
                <a:latin typeface="IBM Plex Sans" panose="020B0503050203000203" pitchFamily="34" charset="0"/>
              </a:rPr>
              <a:t>What may the speaker have assumed that the audience knew about? </a:t>
            </a:r>
          </a:p>
          <a:p>
            <a:pPr marL="914400" lvl="2" indent="-457200" eaLnBrk="1" hangingPunct="1">
              <a:spcBef>
                <a:spcPts val="1000"/>
              </a:spcBef>
              <a:buFont typeface="Wingdings" panose="05000000000000000000" pitchFamily="2" charset="2"/>
              <a:buChar char="§"/>
              <a:defRPr/>
            </a:pPr>
            <a:r>
              <a:rPr lang="en-GB" altLang="en-US" sz="2000" dirty="0">
                <a:solidFill>
                  <a:schemeClr val="accent3"/>
                </a:solidFill>
                <a:latin typeface="IBM Plex Sans" panose="020B0503050203000203" pitchFamily="34" charset="0"/>
              </a:rPr>
              <a:t>Were technical terms, or jargon used?</a:t>
            </a:r>
          </a:p>
          <a:p>
            <a:pPr marL="914400" lvl="2" indent="-457200" eaLnBrk="1" hangingPunct="1">
              <a:spcBef>
                <a:spcPts val="1000"/>
              </a:spcBef>
              <a:buFont typeface="Wingdings" panose="05000000000000000000" pitchFamily="2" charset="2"/>
              <a:buChar char="§"/>
              <a:defRPr/>
            </a:pPr>
            <a:endParaRPr lang="en-GB" altLang="en-US" sz="2000" dirty="0">
              <a:solidFill>
                <a:schemeClr val="accent3"/>
              </a:solidFill>
              <a:latin typeface="IBM Plex Sans" panose="020B0503050203000203" pitchFamily="34" charset="0"/>
            </a:endParaRPr>
          </a:p>
          <a:p>
            <a:pPr marL="457200" lvl="1" indent="-457200" eaLnBrk="1" hangingPunct="1">
              <a:spcBef>
                <a:spcPts val="1000"/>
              </a:spcBef>
              <a:buFont typeface="Wingdings" panose="05000000000000000000" pitchFamily="2" charset="2"/>
              <a:buChar char="§"/>
              <a:defRPr/>
            </a:pPr>
            <a:r>
              <a:rPr lang="en-US" sz="2000" dirty="0">
                <a:solidFill>
                  <a:schemeClr val="accent3"/>
                </a:solidFill>
                <a:latin typeface="IBM Plex Sans" panose="020B0503050203000203" pitchFamily="34" charset="0"/>
              </a:rPr>
              <a:t>Intellectual integrity and a habit of truth-seeking are needed</a:t>
            </a:r>
          </a:p>
        </p:txBody>
      </p:sp>
      <p:sp>
        <p:nvSpPr>
          <p:cNvPr id="4" name="TextBox 3">
            <a:extLst>
              <a:ext uri="{FF2B5EF4-FFF2-40B4-BE49-F238E27FC236}">
                <a16:creationId xmlns:a16="http://schemas.microsoft.com/office/drawing/2014/main" id="{CFA1AF3B-2A96-EC2C-D92C-13D5ABB049DC}"/>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1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F13B8C6A-A32E-4BC4-823A-9BCEEACAF38D}"/>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Clarifying Original Intent</a:t>
            </a:r>
          </a:p>
        </p:txBody>
      </p:sp>
      <p:sp>
        <p:nvSpPr>
          <p:cNvPr id="44035" name="Content Placeholder 2">
            <a:extLst>
              <a:ext uri="{FF2B5EF4-FFF2-40B4-BE49-F238E27FC236}">
                <a16:creationId xmlns:a16="http://schemas.microsoft.com/office/drawing/2014/main" id="{A3A2F658-7275-4701-AB68-B9E1A98DAEC6}"/>
              </a:ext>
            </a:extLst>
          </p:cNvPr>
          <p:cNvSpPr>
            <a:spLocks noGrp="1" noChangeArrowheads="1"/>
          </p:cNvSpPr>
          <p:nvPr>
            <p:ph idx="1"/>
          </p:nvPr>
        </p:nvSpPr>
        <p:spPr>
          <a:xfrm>
            <a:off x="838200" y="2144713"/>
            <a:ext cx="6858000" cy="3762375"/>
          </a:xfrm>
        </p:spPr>
        <p:txBody>
          <a:bodyPr>
            <a:normAutofit/>
          </a:bodyPr>
          <a:lstStyle/>
          <a:p>
            <a:pPr eaLnBrk="1" hangingPunct="1">
              <a:buFont typeface="Wingdings" panose="05000000000000000000" pitchFamily="2" charset="2"/>
              <a:buChar char="§"/>
              <a:defRPr/>
            </a:pPr>
            <a:r>
              <a:rPr lang="en-US" altLang="en-US" sz="2400" dirty="0">
                <a:solidFill>
                  <a:srgbClr val="38516D"/>
                </a:solidFill>
                <a:latin typeface="IBM Plex Sans" panose="020B0503050203000203" pitchFamily="34" charset="0"/>
              </a:rPr>
              <a:t>If possible, clarify the original intent of the author</a:t>
            </a:r>
          </a:p>
          <a:p>
            <a:pPr eaLnBrk="1" hangingPunct="1">
              <a:buFont typeface="Wingdings" panose="05000000000000000000" pitchFamily="2" charset="2"/>
              <a:buChar char="§"/>
              <a:defRPr/>
            </a:pPr>
            <a:endParaRPr lang="en-US" altLang="en-US" sz="2400" dirty="0">
              <a:solidFill>
                <a:srgbClr val="38516D"/>
              </a:solidFill>
              <a:latin typeface="IBM Plex Sans" panose="020B0503050203000203" pitchFamily="34" charset="0"/>
            </a:endParaRPr>
          </a:p>
        </p:txBody>
      </p:sp>
      <p:pic>
        <p:nvPicPr>
          <p:cNvPr id="4" name="Picture 3">
            <a:extLst>
              <a:ext uri="{FF2B5EF4-FFF2-40B4-BE49-F238E27FC236}">
                <a16:creationId xmlns:a16="http://schemas.microsoft.com/office/drawing/2014/main" id="{00A0E040-486D-4757-BC48-A5AD1A1124F6}"/>
              </a:ext>
            </a:extLst>
          </p:cNvPr>
          <p:cNvPicPr>
            <a:picLocks noChangeAspect="1" noChangeArrowheads="1"/>
          </p:cNvPicPr>
          <p:nvPr/>
        </p:nvPicPr>
        <p:blipFill>
          <a:blip r:embed="rId3"/>
          <a:srcRect/>
          <a:stretch/>
        </p:blipFill>
        <p:spPr bwMode="auto">
          <a:xfrm>
            <a:off x="8154927" y="2144714"/>
            <a:ext cx="3503673" cy="2338388"/>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7FADFFB-BB01-3767-5B32-5D080360AB68}"/>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EBAF33C4-0516-4562-B1A5-BD02EBA7AD04}"/>
              </a:ext>
            </a:extLst>
          </p:cNvPr>
          <p:cNvSpPr>
            <a:spLocks noGrp="1" noChangeArrowheads="1"/>
          </p:cNvSpPr>
          <p:nvPr>
            <p:ph type="title"/>
          </p:nvPr>
        </p:nvSpPr>
        <p:spPr>
          <a:xfrm>
            <a:off x="838200" y="788988"/>
            <a:ext cx="10515600" cy="1089025"/>
          </a:xfrm>
        </p:spPr>
        <p:txBody>
          <a:bodyPr rtlCol="0">
            <a:normAutofit/>
          </a:bodyPr>
          <a:lstStyle/>
          <a:p>
            <a:pPr eaLnBrk="1" fontAlgn="auto" hangingPunct="1">
              <a:spcAft>
                <a:spcPts val="0"/>
              </a:spcAft>
              <a:defRPr/>
            </a:pPr>
            <a:r>
              <a:rPr lang="en-US" altLang="en-US" sz="3600" spc="-150" dirty="0">
                <a:latin typeface="IBM Plex Sans" panose="020B0503050203000203" pitchFamily="34" charset="0"/>
              </a:rPr>
              <a:t>Using Qualifications, Exceptions, or Exclusions</a:t>
            </a:r>
          </a:p>
        </p:txBody>
      </p:sp>
      <p:sp>
        <p:nvSpPr>
          <p:cNvPr id="46083" name="Content Placeholder 2">
            <a:extLst>
              <a:ext uri="{FF2B5EF4-FFF2-40B4-BE49-F238E27FC236}">
                <a16:creationId xmlns:a16="http://schemas.microsoft.com/office/drawing/2014/main" id="{14CD746F-EC1F-4553-9BC2-57D99AA66CBA}"/>
              </a:ext>
            </a:extLst>
          </p:cNvPr>
          <p:cNvSpPr>
            <a:spLocks noGrp="1" noChangeArrowheads="1"/>
          </p:cNvSpPr>
          <p:nvPr>
            <p:ph idx="1"/>
          </p:nvPr>
        </p:nvSpPr>
        <p:spPr>
          <a:xfrm>
            <a:off x="838199" y="2144713"/>
            <a:ext cx="10896601" cy="3762375"/>
          </a:xfrm>
        </p:spPr>
        <p:txBody>
          <a:bodyPr>
            <a:normAutofit/>
          </a:bodyPr>
          <a:lstStyle/>
          <a:p>
            <a:pPr eaLnBrk="1" hangingPunct="1">
              <a:buFont typeface="Wingdings" panose="05000000000000000000" pitchFamily="2" charset="2"/>
              <a:buChar char="§"/>
              <a:defRPr/>
            </a:pPr>
            <a:r>
              <a:rPr lang="en-US" altLang="en-US" sz="2400" dirty="0">
                <a:solidFill>
                  <a:schemeClr val="accent3"/>
                </a:solidFill>
                <a:latin typeface="IBM Plex Sans" panose="020B0503050203000203" pitchFamily="34" charset="0"/>
              </a:rPr>
              <a:t>Use qualifications that clarify included and excluded cases</a:t>
            </a:r>
          </a:p>
          <a:p>
            <a:pPr eaLnBrk="1" hangingPunct="1">
              <a:buFont typeface="Wingdings" panose="05000000000000000000" pitchFamily="2" charset="2"/>
              <a:buChar char="§"/>
              <a:defRPr/>
            </a:pPr>
            <a:endParaRPr lang="en-US" altLang="en-US" sz="2400" dirty="0">
              <a:solidFill>
                <a:schemeClr val="accent3"/>
              </a:solidFill>
              <a:latin typeface="IBM Plex Sans" panose="020B0503050203000203" pitchFamily="34" charset="0"/>
            </a:endParaRPr>
          </a:p>
        </p:txBody>
      </p:sp>
      <p:sp>
        <p:nvSpPr>
          <p:cNvPr id="4" name="TextBox 3">
            <a:extLst>
              <a:ext uri="{FF2B5EF4-FFF2-40B4-BE49-F238E27FC236}">
                <a16:creationId xmlns:a16="http://schemas.microsoft.com/office/drawing/2014/main" id="{1ECBE778-FA6A-E76C-583D-0A26CC21C061}"/>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14425802-D516-4067-8D9D-4BD5AAD6994B}"/>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Example</a:t>
            </a:r>
          </a:p>
        </p:txBody>
      </p:sp>
      <p:sp>
        <p:nvSpPr>
          <p:cNvPr id="55299" name="Content Placeholder 2">
            <a:extLst>
              <a:ext uri="{FF2B5EF4-FFF2-40B4-BE49-F238E27FC236}">
                <a16:creationId xmlns:a16="http://schemas.microsoft.com/office/drawing/2014/main" id="{5E404DD1-6BC9-4A31-A842-9E47162431D2}"/>
              </a:ext>
            </a:extLst>
          </p:cNvPr>
          <p:cNvSpPr>
            <a:spLocks noGrp="1" noChangeArrowheads="1"/>
          </p:cNvSpPr>
          <p:nvPr>
            <p:ph idx="1"/>
          </p:nvPr>
        </p:nvSpPr>
        <p:spPr>
          <a:xfrm>
            <a:off x="838200" y="2144713"/>
            <a:ext cx="6705600" cy="3762375"/>
          </a:xfrm>
        </p:spPr>
        <p:txBody>
          <a:bodyPr>
            <a:noAutofit/>
          </a:bodyPr>
          <a:lstStyle/>
          <a:p>
            <a:pPr eaLnBrk="1" hangingPunct="1">
              <a:buFont typeface="Wingdings" panose="05000000000000000000" pitchFamily="2" charset="2"/>
              <a:buChar char="§"/>
              <a:defRPr/>
            </a:pPr>
            <a:r>
              <a:rPr lang="en-US" altLang="en-US" sz="2400" dirty="0">
                <a:solidFill>
                  <a:srgbClr val="38516D"/>
                </a:solidFill>
                <a:latin typeface="IBM Plex Sans"/>
              </a:rPr>
              <a:t>A women’s football league has established the following dress code: “Players should wear athletic clothing, football cleats, and socks only. No jewelry is permitted, and nothing may be worn on players’ heads.”</a:t>
            </a:r>
          </a:p>
          <a:p>
            <a:pPr eaLnBrk="1" hangingPunct="1">
              <a:buFont typeface="Wingdings" panose="05000000000000000000" pitchFamily="2" charset="2"/>
              <a:buChar char="§"/>
              <a:defRPr/>
            </a:pPr>
            <a:endParaRPr lang="en-US" altLang="en-US" sz="2400" dirty="0">
              <a:solidFill>
                <a:srgbClr val="38516D"/>
              </a:solidFill>
              <a:latin typeface="IBM Plex Sans" panose="020B0503050203000203" pitchFamily="34" charset="0"/>
            </a:endParaRPr>
          </a:p>
          <a:p>
            <a:pPr eaLnBrk="1" hangingPunct="1">
              <a:buFont typeface="Wingdings" panose="05000000000000000000" pitchFamily="2" charset="2"/>
              <a:buChar char="§"/>
              <a:defRPr/>
            </a:pPr>
            <a:r>
              <a:rPr lang="en-US" altLang="en-US" sz="2400" dirty="0">
                <a:solidFill>
                  <a:srgbClr val="38516D"/>
                </a:solidFill>
                <a:latin typeface="IBM Plex Sans" panose="020B0503050203000203" pitchFamily="34" charset="0"/>
              </a:rPr>
              <a:t>What qualifications or exceptions may be necessary for this rule?</a:t>
            </a:r>
          </a:p>
        </p:txBody>
      </p:sp>
      <p:pic>
        <p:nvPicPr>
          <p:cNvPr id="1026" name="Picture 2" descr="Image result for nigerian womens soccer">
            <a:extLst>
              <a:ext uri="{FF2B5EF4-FFF2-40B4-BE49-F238E27FC236}">
                <a16:creationId xmlns:a16="http://schemas.microsoft.com/office/drawing/2014/main" id="{8B19B070-EE3B-4F77-8766-3D28CF351E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162" r="8053"/>
          <a:stretch/>
        </p:blipFill>
        <p:spPr bwMode="auto">
          <a:xfrm>
            <a:off x="7728100" y="2126879"/>
            <a:ext cx="3838657" cy="3036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33E4BE-CAFD-A3C1-0745-B2A64A9E7840}"/>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AD0DEE83-C8BE-4617-B0CE-C87B7506DCE0}"/>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Clarifying the Meaning</a:t>
            </a:r>
          </a:p>
        </p:txBody>
      </p:sp>
      <p:sp>
        <p:nvSpPr>
          <p:cNvPr id="57347" name="Content Placeholder 2">
            <a:extLst>
              <a:ext uri="{FF2B5EF4-FFF2-40B4-BE49-F238E27FC236}">
                <a16:creationId xmlns:a16="http://schemas.microsoft.com/office/drawing/2014/main" id="{9272856B-32C2-4109-9D2E-4637DCF353D3}"/>
              </a:ext>
            </a:extLst>
          </p:cNvPr>
          <p:cNvSpPr>
            <a:spLocks noGrp="1" noChangeArrowheads="1"/>
          </p:cNvSpPr>
          <p:nvPr>
            <p:ph idx="1"/>
          </p:nvPr>
        </p:nvSpPr>
        <p:spPr>
          <a:xfrm>
            <a:off x="838200" y="2057400"/>
            <a:ext cx="8077200" cy="3581400"/>
          </a:xfrm>
        </p:spPr>
        <p:txBody>
          <a:bodyPr/>
          <a:lstStyle/>
          <a:p>
            <a:pPr eaLnBrk="1" hangingPunct="1">
              <a:buFont typeface="Wingdings" panose="05000000000000000000" pitchFamily="2" charset="2"/>
              <a:buChar char="§"/>
              <a:defRPr/>
            </a:pPr>
            <a:r>
              <a:rPr lang="en-US" altLang="en-US" sz="2000" dirty="0">
                <a:solidFill>
                  <a:srgbClr val="38516D"/>
                </a:solidFill>
                <a:latin typeface="IBM Plex Sans" panose="020B0503050203000203" pitchFamily="34" charset="0"/>
              </a:rPr>
              <a:t>Defining terms can reduce vagueness and ambiguity</a:t>
            </a:r>
          </a:p>
          <a:p>
            <a:pPr marL="457200" lvl="1" indent="-457200" eaLnBrk="1" hangingPunct="1">
              <a:spcBef>
                <a:spcPts val="1000"/>
              </a:spcBef>
              <a:buFont typeface="Wingdings" panose="05000000000000000000" pitchFamily="2" charset="2"/>
              <a:buChar char="§"/>
              <a:defRPr/>
            </a:pPr>
            <a:endParaRPr lang="en-US" altLang="en-US" sz="1800" dirty="0">
              <a:solidFill>
                <a:srgbClr val="38516D"/>
              </a:solidFill>
              <a:latin typeface="IBM Plex Sans" panose="020B0503050203000203" pitchFamily="34" charset="0"/>
            </a:endParaRPr>
          </a:p>
          <a:p>
            <a:pPr marL="457200" lvl="1" indent="-457200" eaLnBrk="1" hangingPunct="1">
              <a:spcBef>
                <a:spcPts val="1000"/>
              </a:spcBef>
              <a:buFont typeface="Wingdings" panose="05000000000000000000" pitchFamily="2" charset="2"/>
              <a:buChar char="§"/>
              <a:defRPr/>
            </a:pPr>
            <a:r>
              <a:rPr lang="en-US" altLang="en-US" sz="2000" dirty="0">
                <a:solidFill>
                  <a:srgbClr val="38516D"/>
                </a:solidFill>
                <a:latin typeface="IBM Plex Sans" panose="020B0503050203000203" pitchFamily="34" charset="0"/>
              </a:rPr>
              <a:t>For example: how would you define “drunk driving”?</a:t>
            </a:r>
          </a:p>
        </p:txBody>
      </p:sp>
      <p:pic>
        <p:nvPicPr>
          <p:cNvPr id="4" name="Picture 3">
            <a:extLst>
              <a:ext uri="{FF2B5EF4-FFF2-40B4-BE49-F238E27FC236}">
                <a16:creationId xmlns:a16="http://schemas.microsoft.com/office/drawing/2014/main" id="{C6F417AA-67D3-4BDC-96CA-12EF3DE5BB2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17317" t="15472" r="11492" b="8140"/>
          <a:stretch/>
        </p:blipFill>
        <p:spPr bwMode="auto">
          <a:xfrm>
            <a:off x="8915400" y="1843966"/>
            <a:ext cx="2819400" cy="3581401"/>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2219310-261C-069E-FDB1-476B141B9D7F}"/>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2">
            <a:extLst>
              <a:ext uri="{FF2B5EF4-FFF2-40B4-BE49-F238E27FC236}">
                <a16:creationId xmlns:a16="http://schemas.microsoft.com/office/drawing/2014/main" id="{8F330AA3-4A95-42E9-8706-6E4E74D21F14}"/>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US" altLang="en-US" sz="3600" spc="-150" dirty="0">
                <a:latin typeface="IBM Plex Sans" panose="020B0503050203000203" pitchFamily="34" charset="0"/>
              </a:rPr>
              <a:t>Language Communities</a:t>
            </a:r>
          </a:p>
        </p:txBody>
      </p:sp>
      <p:sp>
        <p:nvSpPr>
          <p:cNvPr id="63491" name="Content Placeholder 3">
            <a:extLst>
              <a:ext uri="{FF2B5EF4-FFF2-40B4-BE49-F238E27FC236}">
                <a16:creationId xmlns:a16="http://schemas.microsoft.com/office/drawing/2014/main" id="{B55D01F5-2B96-4968-885E-5327F3EC7B0F}"/>
              </a:ext>
            </a:extLst>
          </p:cNvPr>
          <p:cNvSpPr>
            <a:spLocks noGrp="1" noChangeArrowheads="1"/>
          </p:cNvSpPr>
          <p:nvPr>
            <p:ph idx="1"/>
          </p:nvPr>
        </p:nvSpPr>
        <p:spPr>
          <a:xfrm>
            <a:off x="838200" y="2144713"/>
            <a:ext cx="8839200" cy="3762375"/>
          </a:xfrm>
        </p:spPr>
        <p:txBody>
          <a:bodyPr>
            <a:normAutofit/>
          </a:bodyPr>
          <a:lstStyle/>
          <a:p>
            <a:pPr marL="0" indent="0" eaLnBrk="1" hangingPunct="1">
              <a:buNone/>
              <a:defRPr/>
            </a:pPr>
            <a:r>
              <a:rPr lang="en-US" altLang="en-US" sz="2000" dirty="0">
                <a:solidFill>
                  <a:schemeClr val="accent3"/>
                </a:solidFill>
                <a:latin typeface="IBM Plex Sans" panose="020B0503050203000203" pitchFamily="34" charset="0"/>
              </a:rPr>
              <a:t>A Language Community is formed of people who use particular words, symbols and expressions </a:t>
            </a:r>
          </a:p>
          <a:p>
            <a:pPr eaLnBrk="1" hangingPunct="1">
              <a:buFont typeface="Wingdings" panose="05000000000000000000" pitchFamily="2" charset="2"/>
              <a:buChar char="§"/>
              <a:defRPr/>
            </a:pPr>
            <a:r>
              <a:rPr lang="en-GB" altLang="en-US" sz="2000" dirty="0">
                <a:solidFill>
                  <a:schemeClr val="accent3"/>
                </a:solidFill>
                <a:latin typeface="IBM Plex Sans" panose="020B0503050203000203" pitchFamily="34" charset="0"/>
              </a:rPr>
              <a:t>At the national and global levels, language community refers to community of people who can communicate in a given language. </a:t>
            </a:r>
          </a:p>
          <a:p>
            <a:pPr eaLnBrk="1" hangingPunct="1">
              <a:buFont typeface="Wingdings" panose="05000000000000000000" pitchFamily="2" charset="2"/>
              <a:buChar char="§"/>
              <a:defRPr/>
            </a:pPr>
            <a:r>
              <a:rPr lang="en-US" altLang="en-US" sz="2000" dirty="0">
                <a:solidFill>
                  <a:schemeClr val="accent3"/>
                </a:solidFill>
                <a:latin typeface="IBM Plex Sans" panose="020B0503050203000203" pitchFamily="34" charset="0"/>
              </a:rPr>
              <a:t>Language communities can also be formed of people with like interests</a:t>
            </a:r>
          </a:p>
          <a:p>
            <a:pPr marL="914400" lvl="2" indent="-457200" eaLnBrk="1" hangingPunct="1">
              <a:spcBef>
                <a:spcPts val="1000"/>
              </a:spcBef>
              <a:buFont typeface="Wingdings" panose="05000000000000000000" pitchFamily="2" charset="2"/>
              <a:buChar char="§"/>
              <a:defRPr/>
            </a:pPr>
            <a:r>
              <a:rPr lang="en-US" altLang="en-US" sz="2000" dirty="0">
                <a:solidFill>
                  <a:schemeClr val="accent3"/>
                </a:solidFill>
                <a:latin typeface="IBM Plex Sans" panose="020B0503050203000203" pitchFamily="34" charset="0"/>
              </a:rPr>
              <a:t>For example: software engineers, medical doctors, military personnel</a:t>
            </a:r>
          </a:p>
          <a:p>
            <a:pPr marL="914400" lvl="2" indent="-457200" eaLnBrk="1" hangingPunct="1">
              <a:spcBef>
                <a:spcPts val="1000"/>
              </a:spcBef>
              <a:buFont typeface="Wingdings" panose="05000000000000000000" pitchFamily="2" charset="2"/>
              <a:buChar char="§"/>
              <a:defRPr/>
            </a:pPr>
            <a:endParaRPr lang="en-US" altLang="en-US" sz="2000" dirty="0">
              <a:solidFill>
                <a:schemeClr val="accent3"/>
              </a:solidFill>
              <a:latin typeface="IBM Plex Sans" panose="020B0503050203000203" pitchFamily="34" charset="0"/>
            </a:endParaRPr>
          </a:p>
          <a:p>
            <a:pPr marL="0" lvl="1" indent="0" eaLnBrk="1" hangingPunct="1">
              <a:spcBef>
                <a:spcPts val="1000"/>
              </a:spcBef>
              <a:buNone/>
              <a:defRPr/>
            </a:pPr>
            <a:r>
              <a:rPr lang="en-US" altLang="en-US" sz="2000" dirty="0">
                <a:solidFill>
                  <a:schemeClr val="accent3"/>
                </a:solidFill>
                <a:latin typeface="IBM Plex Sans" panose="020B0503050203000203" pitchFamily="34" charset="0"/>
              </a:rPr>
              <a:t>Language communities may have their own jargon</a:t>
            </a:r>
          </a:p>
          <a:p>
            <a:pPr marL="0" lvl="1" indent="0" eaLnBrk="1" hangingPunct="1">
              <a:spcBef>
                <a:spcPts val="1000"/>
              </a:spcBef>
              <a:buNone/>
              <a:defRPr/>
            </a:pPr>
            <a:endParaRPr lang="en-US" altLang="en-US" sz="2400" dirty="0">
              <a:solidFill>
                <a:schemeClr val="accent3"/>
              </a:solidFill>
              <a:latin typeface="IBM Plex Sans" panose="020B0503050203000203" pitchFamily="34" charset="0"/>
            </a:endParaRPr>
          </a:p>
        </p:txBody>
      </p:sp>
      <p:pic>
        <p:nvPicPr>
          <p:cNvPr id="4" name="Picture 3">
            <a:extLst>
              <a:ext uri="{FF2B5EF4-FFF2-40B4-BE49-F238E27FC236}">
                <a16:creationId xmlns:a16="http://schemas.microsoft.com/office/drawing/2014/main" id="{8F7A8750-38E6-407E-8853-BF62359630E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677400" y="2208612"/>
            <a:ext cx="2133600" cy="2744388"/>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788368-6816-DDF5-3B98-E5B7FE5F49D1}"/>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4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7C38245F-FB7C-4FE3-BC63-1EC60B46BC1A}"/>
              </a:ext>
            </a:extLst>
          </p:cNvPr>
          <p:cNvSpPr>
            <a:spLocks noGrp="1" noChangeArrowheads="1"/>
          </p:cNvSpPr>
          <p:nvPr>
            <p:ph type="title"/>
          </p:nvPr>
        </p:nvSpPr>
        <p:spPr>
          <a:xfrm>
            <a:off x="838200" y="788988"/>
            <a:ext cx="10515600" cy="1089025"/>
          </a:xfrm>
        </p:spPr>
        <p:txBody>
          <a:bodyPr>
            <a:normAutofit/>
          </a:bodyPr>
          <a:lstStyle/>
          <a:p>
            <a:pPr eaLnBrk="1" fontAlgn="auto" hangingPunct="1">
              <a:spcAft>
                <a:spcPts val="0"/>
              </a:spcAft>
              <a:defRPr/>
            </a:pPr>
            <a:r>
              <a:rPr lang="en-IN" altLang="en-US" sz="3600" spc="-150" dirty="0">
                <a:latin typeface="IBM Plex Sans" panose="020B0503050203000203" pitchFamily="34" charset="0"/>
              </a:rPr>
              <a:t>Discussion Question</a:t>
            </a:r>
          </a:p>
        </p:txBody>
      </p:sp>
      <p:sp>
        <p:nvSpPr>
          <p:cNvPr id="54275" name="Content Placeholder 2">
            <a:extLst>
              <a:ext uri="{FF2B5EF4-FFF2-40B4-BE49-F238E27FC236}">
                <a16:creationId xmlns:a16="http://schemas.microsoft.com/office/drawing/2014/main" id="{CA1A0333-2AF1-46BF-92B7-2D3000D1163C}"/>
              </a:ext>
            </a:extLst>
          </p:cNvPr>
          <p:cNvSpPr>
            <a:spLocks noGrp="1" noChangeArrowheads="1"/>
          </p:cNvSpPr>
          <p:nvPr>
            <p:ph idx="1"/>
          </p:nvPr>
        </p:nvSpPr>
        <p:spPr>
          <a:xfrm>
            <a:off x="838200" y="2144713"/>
            <a:ext cx="7391400" cy="3762375"/>
          </a:xfrm>
        </p:spPr>
        <p:txBody>
          <a:bodyPr>
            <a:normAutofit/>
          </a:bodyPr>
          <a:lstStyle/>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What </a:t>
            </a:r>
            <a:r>
              <a:rPr lang="en-US" altLang="en-US" sz="2100" b="1" dirty="0">
                <a:solidFill>
                  <a:srgbClr val="38516D"/>
                </a:solidFill>
                <a:latin typeface="IBM Plex Sans" panose="020B0503050203000203" pitchFamily="34" charset="0"/>
              </a:rPr>
              <a:t>language communities </a:t>
            </a:r>
            <a:r>
              <a:rPr lang="en-US" altLang="en-US" sz="2100" dirty="0">
                <a:solidFill>
                  <a:srgbClr val="38516D"/>
                </a:solidFill>
                <a:latin typeface="IBM Plex Sans" panose="020B0503050203000203" pitchFamily="34" charset="0"/>
              </a:rPr>
              <a:t>are you a member of?</a:t>
            </a:r>
          </a:p>
          <a:p>
            <a:pPr eaLnBrk="1" hangingPunct="1">
              <a:buFont typeface="Wingdings" panose="05000000000000000000" pitchFamily="2" charset="2"/>
              <a:buChar char="§"/>
              <a:defRPr/>
            </a:pPr>
            <a:r>
              <a:rPr lang="en-US" altLang="en-US" sz="2100" dirty="0">
                <a:solidFill>
                  <a:srgbClr val="38516D"/>
                </a:solidFill>
                <a:latin typeface="IBM Plex Sans" panose="020B0503050203000203" pitchFamily="34" charset="0"/>
              </a:rPr>
              <a:t>Can you think of examples of </a:t>
            </a:r>
            <a:r>
              <a:rPr lang="en-US" altLang="en-US" sz="2100" b="1" dirty="0">
                <a:solidFill>
                  <a:srgbClr val="38516D"/>
                </a:solidFill>
                <a:latin typeface="IBM Plex Sans" panose="020B0503050203000203" pitchFamily="34" charset="0"/>
              </a:rPr>
              <a:t>jargon</a:t>
            </a:r>
            <a:r>
              <a:rPr lang="en-US" altLang="en-US" sz="2100" dirty="0">
                <a:solidFill>
                  <a:srgbClr val="38516D"/>
                </a:solidFill>
                <a:latin typeface="IBM Plex Sans" panose="020B0503050203000203" pitchFamily="34" charset="0"/>
              </a:rPr>
              <a:t> used by any of those communities?</a:t>
            </a:r>
            <a:endParaRPr lang="en-IN" altLang="en-US" sz="2100" dirty="0">
              <a:solidFill>
                <a:srgbClr val="38516D"/>
              </a:solidFill>
              <a:latin typeface="IBM Plex Sans" panose="020B0503050203000203" pitchFamily="34" charset="0"/>
            </a:endParaRPr>
          </a:p>
        </p:txBody>
      </p:sp>
      <p:pic>
        <p:nvPicPr>
          <p:cNvPr id="4" name="Picture 3">
            <a:extLst>
              <a:ext uri="{FF2B5EF4-FFF2-40B4-BE49-F238E27FC236}">
                <a16:creationId xmlns:a16="http://schemas.microsoft.com/office/drawing/2014/main" id="{D709C77A-B1B0-4645-85AF-4B577C36893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p:blipFill>
        <p:spPr bwMode="auto">
          <a:xfrm>
            <a:off x="8229600" y="2144713"/>
            <a:ext cx="3251200" cy="2438399"/>
          </a:xfrm>
          <a:prstGeom prst="rect">
            <a:avLst/>
          </a:prstGeom>
          <a:noFill/>
          <a:ln w="9525">
            <a:solidFill>
              <a:srgbClr val="38516D"/>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AA68747-BA28-4943-5D70-624B62C40B29}"/>
              </a:ext>
            </a:extLst>
          </p:cNvPr>
          <p:cNvSpPr txBox="1"/>
          <p:nvPr/>
        </p:nvSpPr>
        <p:spPr>
          <a:xfrm>
            <a:off x="8022213" y="6553200"/>
            <a:ext cx="4164923" cy="246221"/>
          </a:xfrm>
          <a:prstGeom prst="rect">
            <a:avLst/>
          </a:prstGeom>
          <a:noFill/>
        </p:spPr>
        <p:txBody>
          <a:bodyPr wrap="square" rtlCol="0">
            <a:spAutoFit/>
          </a:bodyPr>
          <a:lstStyle/>
          <a:p>
            <a:r>
              <a:rPr lang="en-US" sz="1000" i="1" dirty="0">
                <a:solidFill>
                  <a:schemeClr val="bg1">
                    <a:lumMod val="65000"/>
                  </a:schemeClr>
                </a:solidFill>
              </a:rPr>
              <a:t>Not for onward distribution or use outside of the Semicolon community</a:t>
            </a:r>
            <a:endParaRPr lang="en-NG" sz="1000" i="1" dirty="0">
              <a:solidFill>
                <a:schemeClr val="bg1">
                  <a:lumMod val="6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emicolon">
  <a:themeElements>
    <a:clrScheme name="Semicolon - Brand">
      <a:dk1>
        <a:srgbClr val="FF0000"/>
      </a:dk1>
      <a:lt1>
        <a:sysClr val="window" lastClr="FFFFFF"/>
      </a:lt1>
      <a:dk2>
        <a:srgbClr val="FF0000"/>
      </a:dk2>
      <a:lt2>
        <a:srgbClr val="FFF3F3"/>
      </a:lt2>
      <a:accent1>
        <a:srgbClr val="FF6131"/>
      </a:accent1>
      <a:accent2>
        <a:srgbClr val="FFA631"/>
      </a:accent2>
      <a:accent3>
        <a:srgbClr val="38516D"/>
      </a:accent3>
      <a:accent4>
        <a:srgbClr val="F5E232"/>
      </a:accent4>
      <a:accent5>
        <a:srgbClr val="100F5E"/>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457200" indent="-457200" algn="l">
          <a:buFont typeface="Arial" panose="020B0604020202020204" pitchFamily="34" charset="0"/>
          <a:buChar char="•"/>
          <a:defRPr sz="2800" dirty="0" smtClean="0"/>
        </a:defPPr>
      </a:lstStyle>
    </a:txDef>
  </a:objectDefaults>
  <a:extraClrSchemeLst/>
  <a:extLst>
    <a:ext uri="{05A4C25C-085E-4340-85A3-A5531E510DB2}">
      <thm15:themeFamily xmlns:thm15="http://schemas.microsoft.com/office/thememl/2012/main" name="Presentation6" id="{22053B30-8DC8-4513-A4D3-DDC8E32DC9DD}" vid="{53D23FE2-086A-4F83-9A0A-C880AE73A574}"/>
    </a:ext>
  </a:extLst>
</a:theme>
</file>

<file path=ppt/theme/theme2.xml><?xml version="1.0" encoding="utf-8"?>
<a:theme xmlns:a="http://schemas.openxmlformats.org/drawingml/2006/main" name="1_Office Theme">
  <a:themeElements>
    <a:clrScheme name="Semicolon - Brand">
      <a:dk1>
        <a:srgbClr val="FF0000"/>
      </a:dk1>
      <a:lt1>
        <a:sysClr val="window" lastClr="FFFFFF"/>
      </a:lt1>
      <a:dk2>
        <a:srgbClr val="FF0000"/>
      </a:dk2>
      <a:lt2>
        <a:srgbClr val="FFF3F3"/>
      </a:lt2>
      <a:accent1>
        <a:srgbClr val="FF6131"/>
      </a:accent1>
      <a:accent2>
        <a:srgbClr val="FFA631"/>
      </a:accent2>
      <a:accent3>
        <a:srgbClr val="38516D"/>
      </a:accent3>
      <a:accent4>
        <a:srgbClr val="F5E232"/>
      </a:accent4>
      <a:accent5>
        <a:srgbClr val="100F5E"/>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semicolon</Template>
  <TotalTime>7421</TotalTime>
  <Words>2586</Words>
  <Application>Microsoft Office PowerPoint</Application>
  <PresentationFormat>Widescreen</PresentationFormat>
  <Paragraphs>247</Paragraphs>
  <Slides>18</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IBM Plex Sans</vt:lpstr>
      <vt:lpstr>Verdana</vt:lpstr>
      <vt:lpstr>Wingdings</vt:lpstr>
      <vt:lpstr>semicolon</vt:lpstr>
      <vt:lpstr>1_Office Theme</vt:lpstr>
      <vt:lpstr>PowerPoint Presentation</vt:lpstr>
      <vt:lpstr>Learning Outcomes</vt:lpstr>
      <vt:lpstr>Meaning Matters</vt:lpstr>
      <vt:lpstr>Exercise</vt:lpstr>
      <vt:lpstr>When Vagueness or Ambiguity Cause Misunderstandings</vt:lpstr>
      <vt:lpstr>When Vagueness or Ambiguity Cause Misunderstandings</vt:lpstr>
      <vt:lpstr>Discussion</vt:lpstr>
      <vt:lpstr>Ambiguity: Which Meaning are we Using?</vt:lpstr>
      <vt:lpstr>Ambiguity: Which Meaning are we Using?</vt:lpstr>
      <vt:lpstr>Resolving Problematic Vagueness and Ambiguity</vt:lpstr>
      <vt:lpstr>Understanding Context</vt:lpstr>
      <vt:lpstr>Clarifying Original Intent</vt:lpstr>
      <vt:lpstr>Using Qualifications, Exceptions, or Exclusions</vt:lpstr>
      <vt:lpstr>Example</vt:lpstr>
      <vt:lpstr>Clarifying the Meaning</vt:lpstr>
      <vt:lpstr>Language Communities</vt:lpstr>
      <vt:lpstr>Discussion Question</vt:lpstr>
      <vt:lpstr>PowerPoint Presentation</vt:lpstr>
    </vt:vector>
  </TitlesOfParts>
  <Company>Semicolon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Thinking - Clarifying Ideas &amp; Concepts</dc:title>
  <dc:subject>Critical Thinking - Clarifying Ideas &amp; Concepts</dc:subject>
  <dc:creator>Semicolon</dc:creator>
  <cp:lastModifiedBy>Ashley Immanuel</cp:lastModifiedBy>
  <cp:revision>174</cp:revision>
  <dcterms:created xsi:type="dcterms:W3CDTF">2011-02-25T12:18:45Z</dcterms:created>
  <dcterms:modified xsi:type="dcterms:W3CDTF">2023-02-08T10:18:07Z</dcterms:modified>
</cp:coreProperties>
</file>